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74" r:id="rId4"/>
    <p:sldId id="275" r:id="rId5"/>
    <p:sldId id="276" r:id="rId6"/>
    <p:sldId id="277" r:id="rId7"/>
    <p:sldId id="278" r:id="rId8"/>
    <p:sldId id="273" r:id="rId9"/>
  </p:sldIdLst>
  <p:sldSz cx="18288000" cy="10287000"/>
  <p:notesSz cx="6858000" cy="9144000"/>
  <p:embeddedFontLst>
    <p:embeddedFont>
      <p:font typeface="たづがね角ゴシック Info" panose="020B0600070205080204" charset="-128"/>
      <p:regular r:id="rId10"/>
    </p:embeddedFont>
    <p:embeddedFont>
      <p:font typeface="たづがね角ゴシック Info Bold" panose="020B0600070205080204" charset="-128"/>
      <p:regular r:id="rId11"/>
    </p:embeddedFont>
    <p:embeddedFont>
      <p:font typeface="たづがね角ゴシック Info Heavy" panose="020B0600070205080204" charset="-128"/>
      <p:regular r:id="rId12"/>
    </p:embeddedFont>
    <p:embeddedFont>
      <p:font typeface="Poppins" panose="00000500000000000000" pitchFamily="2" charset="0"/>
      <p:regular r:id="rId13"/>
      <p:bold r:id="rId14"/>
      <p:italic r:id="rId15"/>
      <p:boldItalic r:id="rId16"/>
    </p:embeddedFont>
    <p:embeddedFont>
      <p:font typeface="Poppins Bold" panose="00000800000000000000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高橋 朋也" userId="5281d111-20c2-4b4d-826c-f695b93dc75c" providerId="ADAL" clId="{80252574-A167-4C02-B3CD-385C6201FA9D}"/>
    <pc:docChg chg="modSld">
      <pc:chgData name="高橋 朋也" userId="5281d111-20c2-4b4d-826c-f695b93dc75c" providerId="ADAL" clId="{80252574-A167-4C02-B3CD-385C6201FA9D}" dt="2026-08-28T03:04:26.363" v="36" actId="20577"/>
      <pc:docMkLst>
        <pc:docMk/>
      </pc:docMkLst>
      <pc:sldChg chg="modSp mod">
        <pc:chgData name="高橋 朋也" userId="5281d111-20c2-4b4d-826c-f695b93dc75c" providerId="ADAL" clId="{80252574-A167-4C02-B3CD-385C6201FA9D}" dt="2026-08-28T03:04:26.363" v="36" actId="20577"/>
        <pc:sldMkLst>
          <pc:docMk/>
          <pc:sldMk cId="1985633307" sldId="275"/>
        </pc:sldMkLst>
        <pc:spChg chg="mod">
          <ac:chgData name="高橋 朋也" userId="5281d111-20c2-4b4d-826c-f695b93dc75c" providerId="ADAL" clId="{80252574-A167-4C02-B3CD-385C6201FA9D}" dt="2026-08-28T03:04:26.363" v="36" actId="20577"/>
          <ac:spMkLst>
            <pc:docMk/>
            <pc:sldMk cId="1985633307" sldId="275"/>
            <ac:spMk id="14" creationId="{D3DA0054-9154-D846-E8B9-7F08D091486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62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6250" y="476250"/>
            <a:ext cx="17335500" cy="9334500"/>
            <a:chOff x="0" y="0"/>
            <a:chExt cx="4565728" cy="24584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5728" cy="2458469"/>
            </a:xfrm>
            <a:custGeom>
              <a:avLst/>
              <a:gdLst/>
              <a:ahLst/>
              <a:cxnLst/>
              <a:rect l="l" t="t" r="r" b="b"/>
              <a:pathLst>
                <a:path w="4565728" h="2458469">
                  <a:moveTo>
                    <a:pt x="4466" y="0"/>
                  </a:moveTo>
                  <a:lnTo>
                    <a:pt x="4561262" y="0"/>
                  </a:lnTo>
                  <a:cubicBezTo>
                    <a:pt x="4562447" y="0"/>
                    <a:pt x="4563583" y="471"/>
                    <a:pt x="4564420" y="1308"/>
                  </a:cubicBezTo>
                  <a:cubicBezTo>
                    <a:pt x="4565258" y="2146"/>
                    <a:pt x="4565728" y="3281"/>
                    <a:pt x="4565728" y="4466"/>
                  </a:cubicBezTo>
                  <a:lnTo>
                    <a:pt x="4565728" y="2454003"/>
                  </a:lnTo>
                  <a:cubicBezTo>
                    <a:pt x="4565728" y="2455188"/>
                    <a:pt x="4565258" y="2456324"/>
                    <a:pt x="4564420" y="2457161"/>
                  </a:cubicBezTo>
                  <a:cubicBezTo>
                    <a:pt x="4563583" y="2457999"/>
                    <a:pt x="4562447" y="2458469"/>
                    <a:pt x="4561262" y="2458469"/>
                  </a:cubicBezTo>
                  <a:lnTo>
                    <a:pt x="4466" y="2458469"/>
                  </a:lnTo>
                  <a:cubicBezTo>
                    <a:pt x="3281" y="2458469"/>
                    <a:pt x="2146" y="2457999"/>
                    <a:pt x="1308" y="2457161"/>
                  </a:cubicBezTo>
                  <a:cubicBezTo>
                    <a:pt x="471" y="2456324"/>
                    <a:pt x="0" y="2455188"/>
                    <a:pt x="0" y="2454003"/>
                  </a:cubicBezTo>
                  <a:lnTo>
                    <a:pt x="0" y="4466"/>
                  </a:lnTo>
                  <a:cubicBezTo>
                    <a:pt x="0" y="3281"/>
                    <a:pt x="471" y="2146"/>
                    <a:pt x="1308" y="1308"/>
                  </a:cubicBezTo>
                  <a:cubicBezTo>
                    <a:pt x="2146" y="471"/>
                    <a:pt x="3281" y="0"/>
                    <a:pt x="4466" y="0"/>
                  </a:cubicBez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5728" cy="2496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905000" y="6976239"/>
            <a:ext cx="14478000" cy="418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endParaRPr lang="en-US" sz="2499" dirty="0">
              <a:solidFill>
                <a:srgbClr val="37628D"/>
              </a:solidFill>
              <a:latin typeface="たづがね角ゴシック Info"/>
              <a:ea typeface="たづがね角ゴシック Info"/>
              <a:cs typeface="たづがね角ゴシック Info"/>
              <a:sym typeface="たづがね角ゴシック Inf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905000" y="4305916"/>
            <a:ext cx="14478000" cy="1743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60"/>
              </a:lnSpc>
            </a:pPr>
            <a:r>
              <a:rPr lang="ja-JP" altLang="en-US" sz="10400" b="1" dirty="0">
                <a:solidFill>
                  <a:srgbClr val="37628D"/>
                </a:solidFill>
                <a:latin typeface="たづがね角ゴシック Info Heavy"/>
                <a:ea typeface="たづがね角ゴシック Info Heavy"/>
                <a:cs typeface="たづがね角ゴシック Info Heavy"/>
                <a:sym typeface="たづがね角ゴシック Info Heavy"/>
              </a:rPr>
              <a:t>成果発表</a:t>
            </a:r>
            <a:endParaRPr lang="en-US" sz="10400" b="1" dirty="0">
              <a:solidFill>
                <a:srgbClr val="37628D"/>
              </a:solidFill>
              <a:latin typeface="たづがね角ゴシック Info Heavy"/>
              <a:ea typeface="たづがね角ゴシック Info Heavy"/>
              <a:cs typeface="たづがね角ゴシック Info Heavy"/>
              <a:sym typeface="たづがね角ゴシック Info Heavy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905000" y="3092280"/>
            <a:ext cx="14478000" cy="0"/>
          </a:xfrm>
          <a:prstGeom prst="line">
            <a:avLst/>
          </a:prstGeom>
          <a:ln w="28575" cap="rnd">
            <a:solidFill>
              <a:srgbClr val="37628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AutoShape 9"/>
          <p:cNvSpPr/>
          <p:nvPr/>
        </p:nvSpPr>
        <p:spPr>
          <a:xfrm>
            <a:off x="1905000" y="7208431"/>
            <a:ext cx="14478000" cy="0"/>
          </a:xfrm>
          <a:prstGeom prst="line">
            <a:avLst/>
          </a:prstGeom>
          <a:ln w="28575" cap="rnd">
            <a:solidFill>
              <a:srgbClr val="37628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62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6250" y="476250"/>
            <a:ext cx="17335500" cy="9334500"/>
            <a:chOff x="0" y="0"/>
            <a:chExt cx="4565728" cy="24584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5728" cy="2458469"/>
            </a:xfrm>
            <a:custGeom>
              <a:avLst/>
              <a:gdLst/>
              <a:ahLst/>
              <a:cxnLst/>
              <a:rect l="l" t="t" r="r" b="b"/>
              <a:pathLst>
                <a:path w="4565728" h="2458469">
                  <a:moveTo>
                    <a:pt x="4466" y="0"/>
                  </a:moveTo>
                  <a:lnTo>
                    <a:pt x="4561262" y="0"/>
                  </a:lnTo>
                  <a:cubicBezTo>
                    <a:pt x="4562447" y="0"/>
                    <a:pt x="4563583" y="471"/>
                    <a:pt x="4564420" y="1308"/>
                  </a:cubicBezTo>
                  <a:cubicBezTo>
                    <a:pt x="4565258" y="2146"/>
                    <a:pt x="4565728" y="3281"/>
                    <a:pt x="4565728" y="4466"/>
                  </a:cubicBezTo>
                  <a:lnTo>
                    <a:pt x="4565728" y="2454003"/>
                  </a:lnTo>
                  <a:cubicBezTo>
                    <a:pt x="4565728" y="2455188"/>
                    <a:pt x="4565258" y="2456324"/>
                    <a:pt x="4564420" y="2457161"/>
                  </a:cubicBezTo>
                  <a:cubicBezTo>
                    <a:pt x="4563583" y="2457999"/>
                    <a:pt x="4562447" y="2458469"/>
                    <a:pt x="4561262" y="2458469"/>
                  </a:cubicBezTo>
                  <a:lnTo>
                    <a:pt x="4466" y="2458469"/>
                  </a:lnTo>
                  <a:cubicBezTo>
                    <a:pt x="3281" y="2458469"/>
                    <a:pt x="2146" y="2457999"/>
                    <a:pt x="1308" y="2457161"/>
                  </a:cubicBezTo>
                  <a:cubicBezTo>
                    <a:pt x="471" y="2456324"/>
                    <a:pt x="0" y="2455188"/>
                    <a:pt x="0" y="2454003"/>
                  </a:cubicBezTo>
                  <a:lnTo>
                    <a:pt x="0" y="4466"/>
                  </a:lnTo>
                  <a:cubicBezTo>
                    <a:pt x="0" y="3281"/>
                    <a:pt x="471" y="2146"/>
                    <a:pt x="1308" y="1308"/>
                  </a:cubicBezTo>
                  <a:cubicBezTo>
                    <a:pt x="2146" y="471"/>
                    <a:pt x="3281" y="0"/>
                    <a:pt x="4466" y="0"/>
                  </a:cubicBez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5728" cy="2496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952500" y="9320212"/>
            <a:ext cx="16383000" cy="0"/>
          </a:xfrm>
          <a:prstGeom prst="line">
            <a:avLst/>
          </a:prstGeom>
          <a:ln w="28575" cap="rnd">
            <a:solidFill>
              <a:srgbClr val="37628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AutoShape 6"/>
          <p:cNvSpPr/>
          <p:nvPr/>
        </p:nvSpPr>
        <p:spPr>
          <a:xfrm flipV="1">
            <a:off x="952500" y="966787"/>
            <a:ext cx="16383000" cy="0"/>
          </a:xfrm>
          <a:prstGeom prst="line">
            <a:avLst/>
          </a:prstGeom>
          <a:ln w="28575" cap="rnd">
            <a:solidFill>
              <a:srgbClr val="37628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grpSp>
        <p:nvGrpSpPr>
          <p:cNvPr id="7" name="Group 7"/>
          <p:cNvGrpSpPr/>
          <p:nvPr/>
        </p:nvGrpSpPr>
        <p:grpSpPr>
          <a:xfrm>
            <a:off x="952500" y="1358194"/>
            <a:ext cx="142875" cy="423862"/>
            <a:chOff x="0" y="0"/>
            <a:chExt cx="37630" cy="11163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630" cy="111635"/>
            </a:xfrm>
            <a:custGeom>
              <a:avLst/>
              <a:gdLst/>
              <a:ahLst/>
              <a:cxnLst/>
              <a:rect l="l" t="t" r="r" b="b"/>
              <a:pathLst>
                <a:path w="37630" h="111635">
                  <a:moveTo>
                    <a:pt x="18815" y="0"/>
                  </a:moveTo>
                  <a:lnTo>
                    <a:pt x="18815" y="0"/>
                  </a:lnTo>
                  <a:cubicBezTo>
                    <a:pt x="23805" y="0"/>
                    <a:pt x="28590" y="1982"/>
                    <a:pt x="32119" y="5511"/>
                  </a:cubicBezTo>
                  <a:cubicBezTo>
                    <a:pt x="35647" y="9039"/>
                    <a:pt x="37630" y="13825"/>
                    <a:pt x="37630" y="18815"/>
                  </a:cubicBezTo>
                  <a:lnTo>
                    <a:pt x="37630" y="92820"/>
                  </a:lnTo>
                  <a:cubicBezTo>
                    <a:pt x="37630" y="97810"/>
                    <a:pt x="35647" y="102595"/>
                    <a:pt x="32119" y="106124"/>
                  </a:cubicBezTo>
                  <a:cubicBezTo>
                    <a:pt x="28590" y="109652"/>
                    <a:pt x="23805" y="111635"/>
                    <a:pt x="18815" y="111635"/>
                  </a:cubicBezTo>
                  <a:lnTo>
                    <a:pt x="18815" y="111635"/>
                  </a:lnTo>
                  <a:cubicBezTo>
                    <a:pt x="13825" y="111635"/>
                    <a:pt x="9039" y="109652"/>
                    <a:pt x="5511" y="106124"/>
                  </a:cubicBezTo>
                  <a:cubicBezTo>
                    <a:pt x="1982" y="102595"/>
                    <a:pt x="0" y="97810"/>
                    <a:pt x="0" y="92820"/>
                  </a:cubicBezTo>
                  <a:lnTo>
                    <a:pt x="0" y="18815"/>
                  </a:lnTo>
                  <a:cubicBezTo>
                    <a:pt x="0" y="13825"/>
                    <a:pt x="1982" y="9039"/>
                    <a:pt x="5511" y="5511"/>
                  </a:cubicBezTo>
                  <a:cubicBezTo>
                    <a:pt x="9039" y="1982"/>
                    <a:pt x="13825" y="0"/>
                    <a:pt x="18815" y="0"/>
                  </a:cubicBezTo>
                  <a:close/>
                </a:path>
              </a:pathLst>
            </a:custGeom>
            <a:solidFill>
              <a:srgbClr val="37628D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23825"/>
              <a:ext cx="37630" cy="235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0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60527" y="1428750"/>
            <a:ext cx="16074973" cy="551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0"/>
              </a:lnSpc>
              <a:spcBef>
                <a:spcPct val="0"/>
              </a:spcBef>
            </a:pPr>
            <a:r>
              <a:rPr lang="ja-JP" altLang="en-US" sz="5400" b="1" dirty="0">
                <a:solidFill>
                  <a:srgbClr val="37628D"/>
                </a:solidFill>
                <a:latin typeface="たづがね角ゴシック Info Bold"/>
                <a:ea typeface="たづがね角ゴシック Info Bold"/>
                <a:cs typeface="たづがね角ゴシック Info Bold"/>
                <a:sym typeface="たづがね角ゴシック Info Bold"/>
              </a:rPr>
              <a:t>目次</a:t>
            </a:r>
            <a:endParaRPr lang="en-US" sz="5400" b="1" dirty="0">
              <a:solidFill>
                <a:srgbClr val="37628D"/>
              </a:solidFill>
              <a:latin typeface="たづがね角ゴシック Info Bold"/>
              <a:ea typeface="たづがね角ゴシック Info Bold"/>
              <a:cs typeface="たづがね角ゴシック Info Bold"/>
              <a:sym typeface="たづがね角ゴシック Info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590800" y="2300493"/>
            <a:ext cx="9982200" cy="65577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ja-JP" altLang="en-US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自己紹介</a:t>
            </a:r>
            <a:endParaRPr lang="en-US" sz="3600" dirty="0">
              <a:solidFill>
                <a:srgbClr val="37628D"/>
              </a:solidFill>
              <a:latin typeface="たづがね角ゴシック Info"/>
              <a:ea typeface="たづがね角ゴシック Info"/>
              <a:cs typeface="たづがね角ゴシック Info"/>
              <a:sym typeface="たづがね角ゴシック Info"/>
            </a:endParaRPr>
          </a:p>
          <a:p>
            <a:pPr algn="l">
              <a:lnSpc>
                <a:spcPct val="150000"/>
              </a:lnSpc>
            </a:pPr>
            <a:r>
              <a:rPr lang="en-US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issue1</a:t>
            </a:r>
            <a:r>
              <a:rPr lang="en-US" altLang="ja-JP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(</a:t>
            </a:r>
            <a:r>
              <a:rPr lang="ja-JP" altLang="en-US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自己紹介機能</a:t>
            </a:r>
            <a:r>
              <a:rPr lang="en-US" altLang="ja-JP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)</a:t>
            </a:r>
            <a:endParaRPr lang="en-US" sz="3600" u="none" strike="noStrike" dirty="0">
              <a:solidFill>
                <a:srgbClr val="37628D"/>
              </a:solidFill>
              <a:latin typeface="たづがね角ゴシック Info"/>
              <a:ea typeface="たづがね角ゴシック Info"/>
              <a:cs typeface="たづがね角ゴシック Info"/>
              <a:sym typeface="たづがね角ゴシック Info"/>
            </a:endParaRPr>
          </a:p>
          <a:p>
            <a:pPr algn="l">
              <a:lnSpc>
                <a:spcPct val="150000"/>
              </a:lnSpc>
            </a:pPr>
            <a:r>
              <a:rPr lang="en-US" sz="3600" u="none" strike="noStrike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issue2</a:t>
            </a:r>
            <a:r>
              <a:rPr lang="en-US" altLang="ja-JP" sz="3600" u="none" strike="noStrike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(</a:t>
            </a:r>
            <a:r>
              <a:rPr lang="ja-JP" altLang="en-US" sz="3600" u="none" strike="noStrike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フォロー・フォロワー数表示</a:t>
            </a:r>
            <a:r>
              <a:rPr lang="en-US" altLang="ja-JP" sz="3600" u="none" strike="noStrike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)</a:t>
            </a:r>
            <a:endParaRPr lang="en-US" sz="3600" u="none" strike="noStrike" dirty="0">
              <a:solidFill>
                <a:srgbClr val="37628D"/>
              </a:solidFill>
              <a:latin typeface="たづがね角ゴシック Info"/>
              <a:ea typeface="たづがね角ゴシック Info"/>
              <a:cs typeface="たづがね角ゴシック Info"/>
              <a:sym typeface="たづがね角ゴシック Info"/>
            </a:endParaRPr>
          </a:p>
          <a:p>
            <a:pPr algn="l">
              <a:lnSpc>
                <a:spcPct val="150000"/>
              </a:lnSpc>
            </a:pPr>
            <a:r>
              <a:rPr lang="en-US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issue3</a:t>
            </a:r>
            <a:r>
              <a:rPr lang="en-US" altLang="ja-JP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(</a:t>
            </a:r>
            <a:r>
              <a:rPr lang="ja-JP" altLang="en-US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マイクロポスト固定機能</a:t>
            </a:r>
            <a:r>
              <a:rPr lang="en-US" altLang="ja-JP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)</a:t>
            </a:r>
            <a:endParaRPr lang="en-US" sz="3600" dirty="0">
              <a:solidFill>
                <a:srgbClr val="37628D"/>
              </a:solidFill>
              <a:latin typeface="たづがね角ゴシック Info"/>
              <a:ea typeface="たづがね角ゴシック Info"/>
              <a:cs typeface="たづがね角ゴシック Info"/>
              <a:sym typeface="たづがね角ゴシック Info"/>
            </a:endParaRPr>
          </a:p>
          <a:p>
            <a:pPr algn="l">
              <a:lnSpc>
                <a:spcPct val="150000"/>
              </a:lnSpc>
            </a:pPr>
            <a:r>
              <a:rPr lang="ja-JP" altLang="en-US" sz="3600" u="none" strike="noStrike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削除・ピン留めのイラスト化</a:t>
            </a:r>
            <a:endParaRPr lang="en-US" altLang="ja-JP" sz="3600" u="none" strike="noStrike" dirty="0">
              <a:solidFill>
                <a:srgbClr val="37628D"/>
              </a:solidFill>
              <a:latin typeface="たづがね角ゴシック Info"/>
              <a:ea typeface="たづがね角ゴシック Info"/>
              <a:cs typeface="たづがね角ゴシック Info"/>
              <a:sym typeface="たづがね角ゴシック Info"/>
            </a:endParaRPr>
          </a:p>
          <a:p>
            <a:pPr algn="l">
              <a:lnSpc>
                <a:spcPct val="150000"/>
              </a:lnSpc>
            </a:pPr>
            <a:r>
              <a:rPr lang="ja-JP" altLang="en-US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いいね機能</a:t>
            </a:r>
            <a:endParaRPr lang="en-US" altLang="ja-JP" sz="3600" dirty="0">
              <a:solidFill>
                <a:srgbClr val="37628D"/>
              </a:solidFill>
              <a:latin typeface="たづがね角ゴシック Info"/>
              <a:ea typeface="たづがね角ゴシック Info"/>
              <a:cs typeface="たづがね角ゴシック Info"/>
              <a:sym typeface="たづがね角ゴシック Info"/>
            </a:endParaRPr>
          </a:p>
          <a:p>
            <a:pPr algn="l">
              <a:lnSpc>
                <a:spcPct val="150000"/>
              </a:lnSpc>
            </a:pPr>
            <a:r>
              <a:rPr lang="ja-JP" altLang="en-US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オリジナル機能案紹介</a:t>
            </a:r>
            <a:r>
              <a:rPr lang="en-US" altLang="ja-JP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(</a:t>
            </a:r>
            <a:r>
              <a:rPr lang="ja-JP" altLang="en-US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未実装</a:t>
            </a:r>
            <a:r>
              <a:rPr lang="en-US" altLang="ja-JP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ja-JP" altLang="en-US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感想</a:t>
            </a:r>
            <a:endParaRPr lang="en-US" altLang="ja-JP" sz="3600" dirty="0">
              <a:solidFill>
                <a:srgbClr val="37628D"/>
              </a:solidFill>
              <a:latin typeface="たづがね角ゴシック Info"/>
              <a:ea typeface="たづがね角ゴシック Info"/>
              <a:cs typeface="たづがね角ゴシック Info"/>
              <a:sym typeface="たづがね角ゴシック Inf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620863" y="2294625"/>
            <a:ext cx="1939873" cy="65694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3600" b="1" spc="75" dirty="0">
                <a:solidFill>
                  <a:srgbClr val="37628D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  <a:p>
            <a:pPr algn="l">
              <a:lnSpc>
                <a:spcPct val="150000"/>
              </a:lnSpc>
            </a:pPr>
            <a:r>
              <a:rPr lang="en-US" sz="3600" b="1" spc="75" dirty="0">
                <a:solidFill>
                  <a:srgbClr val="37628D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  <a:p>
            <a:pPr algn="l">
              <a:lnSpc>
                <a:spcPct val="150000"/>
              </a:lnSpc>
            </a:pPr>
            <a:r>
              <a:rPr lang="en-US" sz="3600" b="1" spc="75" dirty="0">
                <a:solidFill>
                  <a:srgbClr val="37628D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  <a:p>
            <a:pPr algn="l">
              <a:lnSpc>
                <a:spcPct val="150000"/>
              </a:lnSpc>
            </a:pPr>
            <a:r>
              <a:rPr lang="en-US" sz="3600" b="1" spc="75" dirty="0">
                <a:solidFill>
                  <a:srgbClr val="37628D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  <a:p>
            <a:pPr algn="l">
              <a:lnSpc>
                <a:spcPct val="150000"/>
              </a:lnSpc>
            </a:pPr>
            <a:r>
              <a:rPr lang="en-US" sz="3600" b="1" spc="75" dirty="0">
                <a:solidFill>
                  <a:srgbClr val="37628D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  <a:p>
            <a:pPr algn="l">
              <a:lnSpc>
                <a:spcPct val="150000"/>
              </a:lnSpc>
            </a:pPr>
            <a:r>
              <a:rPr lang="en-US" sz="3600" b="1" spc="75" dirty="0">
                <a:solidFill>
                  <a:srgbClr val="37628D"/>
                </a:solidFill>
                <a:latin typeface="Poppins Bold"/>
                <a:ea typeface="Poppins Bold"/>
                <a:cs typeface="Poppins Bold"/>
                <a:sym typeface="Poppins Bold"/>
              </a:rPr>
              <a:t>06</a:t>
            </a:r>
          </a:p>
          <a:p>
            <a:pPr algn="l">
              <a:lnSpc>
                <a:spcPct val="150000"/>
              </a:lnSpc>
            </a:pPr>
            <a:r>
              <a:rPr lang="en-US" sz="3600" b="1" spc="75" dirty="0">
                <a:solidFill>
                  <a:srgbClr val="37628D"/>
                </a:solidFill>
                <a:latin typeface="Poppins Bold"/>
                <a:ea typeface="Poppins Bold"/>
                <a:cs typeface="Poppins Bold"/>
                <a:sym typeface="Poppins Bold"/>
              </a:rPr>
              <a:t>07</a:t>
            </a:r>
          </a:p>
          <a:p>
            <a:pPr algn="l">
              <a:lnSpc>
                <a:spcPct val="150000"/>
              </a:lnSpc>
            </a:pPr>
            <a:r>
              <a:rPr lang="en-US" sz="3600" b="1" spc="75" dirty="0">
                <a:solidFill>
                  <a:srgbClr val="37628D"/>
                </a:solidFill>
                <a:latin typeface="Poppins Bold"/>
                <a:ea typeface="Poppins Bold"/>
                <a:cs typeface="Poppins Bold"/>
                <a:sym typeface="Poppins Bold"/>
              </a:rPr>
              <a:t>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628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C71BC4-0CCF-3A7C-6313-AE4AF325C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868914A-70B0-24AD-2B36-94B50C0556C1}"/>
              </a:ext>
            </a:extLst>
          </p:cNvPr>
          <p:cNvGrpSpPr/>
          <p:nvPr/>
        </p:nvGrpSpPr>
        <p:grpSpPr>
          <a:xfrm>
            <a:off x="476250" y="476250"/>
            <a:ext cx="17335500" cy="9334500"/>
            <a:chOff x="0" y="0"/>
            <a:chExt cx="4565728" cy="245846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91AB8B5-8F9A-B2D7-C5AD-62B326E37425}"/>
                </a:ext>
              </a:extLst>
            </p:cNvPr>
            <p:cNvSpPr/>
            <p:nvPr/>
          </p:nvSpPr>
          <p:spPr>
            <a:xfrm>
              <a:off x="0" y="0"/>
              <a:ext cx="4565728" cy="2458469"/>
            </a:xfrm>
            <a:custGeom>
              <a:avLst/>
              <a:gdLst/>
              <a:ahLst/>
              <a:cxnLst/>
              <a:rect l="l" t="t" r="r" b="b"/>
              <a:pathLst>
                <a:path w="4565728" h="2458469">
                  <a:moveTo>
                    <a:pt x="4466" y="0"/>
                  </a:moveTo>
                  <a:lnTo>
                    <a:pt x="4561262" y="0"/>
                  </a:lnTo>
                  <a:cubicBezTo>
                    <a:pt x="4562447" y="0"/>
                    <a:pt x="4563583" y="471"/>
                    <a:pt x="4564420" y="1308"/>
                  </a:cubicBezTo>
                  <a:cubicBezTo>
                    <a:pt x="4565258" y="2146"/>
                    <a:pt x="4565728" y="3281"/>
                    <a:pt x="4565728" y="4466"/>
                  </a:cubicBezTo>
                  <a:lnTo>
                    <a:pt x="4565728" y="2454003"/>
                  </a:lnTo>
                  <a:cubicBezTo>
                    <a:pt x="4565728" y="2455188"/>
                    <a:pt x="4565258" y="2456324"/>
                    <a:pt x="4564420" y="2457161"/>
                  </a:cubicBezTo>
                  <a:cubicBezTo>
                    <a:pt x="4563583" y="2457999"/>
                    <a:pt x="4562447" y="2458469"/>
                    <a:pt x="4561262" y="2458469"/>
                  </a:cubicBezTo>
                  <a:lnTo>
                    <a:pt x="4466" y="2458469"/>
                  </a:lnTo>
                  <a:cubicBezTo>
                    <a:pt x="3281" y="2458469"/>
                    <a:pt x="2146" y="2457999"/>
                    <a:pt x="1308" y="2457161"/>
                  </a:cubicBezTo>
                  <a:cubicBezTo>
                    <a:pt x="471" y="2456324"/>
                    <a:pt x="0" y="2455188"/>
                    <a:pt x="0" y="2454003"/>
                  </a:cubicBezTo>
                  <a:lnTo>
                    <a:pt x="0" y="4466"/>
                  </a:lnTo>
                  <a:cubicBezTo>
                    <a:pt x="0" y="3281"/>
                    <a:pt x="471" y="2146"/>
                    <a:pt x="1308" y="1308"/>
                  </a:cubicBezTo>
                  <a:cubicBezTo>
                    <a:pt x="2146" y="471"/>
                    <a:pt x="3281" y="0"/>
                    <a:pt x="4466" y="0"/>
                  </a:cubicBez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C760584-4422-BD1E-89E2-32BAC1978E52}"/>
                </a:ext>
              </a:extLst>
            </p:cNvPr>
            <p:cNvSpPr txBox="1"/>
            <p:nvPr/>
          </p:nvSpPr>
          <p:spPr>
            <a:xfrm>
              <a:off x="0" y="-38100"/>
              <a:ext cx="4565728" cy="2496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123883DC-BB8D-3634-5857-9BC99A81490C}"/>
              </a:ext>
            </a:extLst>
          </p:cNvPr>
          <p:cNvSpPr/>
          <p:nvPr/>
        </p:nvSpPr>
        <p:spPr>
          <a:xfrm flipV="1">
            <a:off x="952500" y="9320212"/>
            <a:ext cx="16383000" cy="0"/>
          </a:xfrm>
          <a:prstGeom prst="line">
            <a:avLst/>
          </a:prstGeom>
          <a:ln w="28575" cap="rnd">
            <a:solidFill>
              <a:srgbClr val="37628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86333FBB-160F-6D7E-ECEC-6A9E51BA7304}"/>
              </a:ext>
            </a:extLst>
          </p:cNvPr>
          <p:cNvSpPr/>
          <p:nvPr/>
        </p:nvSpPr>
        <p:spPr>
          <a:xfrm flipV="1">
            <a:off x="952500" y="966787"/>
            <a:ext cx="16383000" cy="0"/>
          </a:xfrm>
          <a:prstGeom prst="line">
            <a:avLst/>
          </a:prstGeom>
          <a:ln w="28575" cap="rnd">
            <a:solidFill>
              <a:srgbClr val="37628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4B743482-68ED-496D-2D0A-0C895C48CBEC}"/>
              </a:ext>
            </a:extLst>
          </p:cNvPr>
          <p:cNvGrpSpPr/>
          <p:nvPr/>
        </p:nvGrpSpPr>
        <p:grpSpPr>
          <a:xfrm>
            <a:off x="952500" y="1358194"/>
            <a:ext cx="142875" cy="423862"/>
            <a:chOff x="0" y="0"/>
            <a:chExt cx="37630" cy="111635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2D05ECD-0FC7-1F5B-B523-CBB94C1B75B0}"/>
                </a:ext>
              </a:extLst>
            </p:cNvPr>
            <p:cNvSpPr/>
            <p:nvPr/>
          </p:nvSpPr>
          <p:spPr>
            <a:xfrm>
              <a:off x="0" y="0"/>
              <a:ext cx="37630" cy="111635"/>
            </a:xfrm>
            <a:custGeom>
              <a:avLst/>
              <a:gdLst/>
              <a:ahLst/>
              <a:cxnLst/>
              <a:rect l="l" t="t" r="r" b="b"/>
              <a:pathLst>
                <a:path w="37630" h="111635">
                  <a:moveTo>
                    <a:pt x="18815" y="0"/>
                  </a:moveTo>
                  <a:lnTo>
                    <a:pt x="18815" y="0"/>
                  </a:lnTo>
                  <a:cubicBezTo>
                    <a:pt x="23805" y="0"/>
                    <a:pt x="28590" y="1982"/>
                    <a:pt x="32119" y="5511"/>
                  </a:cubicBezTo>
                  <a:cubicBezTo>
                    <a:pt x="35647" y="9039"/>
                    <a:pt x="37630" y="13825"/>
                    <a:pt x="37630" y="18815"/>
                  </a:cubicBezTo>
                  <a:lnTo>
                    <a:pt x="37630" y="92820"/>
                  </a:lnTo>
                  <a:cubicBezTo>
                    <a:pt x="37630" y="97810"/>
                    <a:pt x="35647" y="102595"/>
                    <a:pt x="32119" y="106124"/>
                  </a:cubicBezTo>
                  <a:cubicBezTo>
                    <a:pt x="28590" y="109652"/>
                    <a:pt x="23805" y="111635"/>
                    <a:pt x="18815" y="111635"/>
                  </a:cubicBezTo>
                  <a:lnTo>
                    <a:pt x="18815" y="111635"/>
                  </a:lnTo>
                  <a:cubicBezTo>
                    <a:pt x="13825" y="111635"/>
                    <a:pt x="9039" y="109652"/>
                    <a:pt x="5511" y="106124"/>
                  </a:cubicBezTo>
                  <a:cubicBezTo>
                    <a:pt x="1982" y="102595"/>
                    <a:pt x="0" y="97810"/>
                    <a:pt x="0" y="92820"/>
                  </a:cubicBezTo>
                  <a:lnTo>
                    <a:pt x="0" y="18815"/>
                  </a:lnTo>
                  <a:cubicBezTo>
                    <a:pt x="0" y="13825"/>
                    <a:pt x="1982" y="9039"/>
                    <a:pt x="5511" y="5511"/>
                  </a:cubicBezTo>
                  <a:cubicBezTo>
                    <a:pt x="9039" y="1982"/>
                    <a:pt x="13825" y="0"/>
                    <a:pt x="18815" y="0"/>
                  </a:cubicBezTo>
                  <a:close/>
                </a:path>
              </a:pathLst>
            </a:custGeom>
            <a:solidFill>
              <a:srgbClr val="37628D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71CC4EB7-7134-C2C1-A66E-36D1A6E183C8}"/>
                </a:ext>
              </a:extLst>
            </p:cNvPr>
            <p:cNvSpPr txBox="1"/>
            <p:nvPr/>
          </p:nvSpPr>
          <p:spPr>
            <a:xfrm>
              <a:off x="0" y="-123825"/>
              <a:ext cx="37630" cy="235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00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22F22926-99E2-85C2-9077-55F07B6E7AC1}"/>
              </a:ext>
            </a:extLst>
          </p:cNvPr>
          <p:cNvSpPr txBox="1"/>
          <p:nvPr/>
        </p:nvSpPr>
        <p:spPr>
          <a:xfrm>
            <a:off x="1260527" y="1428750"/>
            <a:ext cx="16074973" cy="564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20"/>
              </a:lnSpc>
              <a:spcBef>
                <a:spcPct val="0"/>
              </a:spcBef>
            </a:pPr>
            <a:r>
              <a:rPr lang="en-US" altLang="ja-JP" sz="5400" b="1" spc="75" dirty="0">
                <a:solidFill>
                  <a:srgbClr val="37628D"/>
                </a:solidFill>
                <a:latin typeface="Poppins Bold"/>
                <a:ea typeface="Poppins Bold"/>
                <a:cs typeface="Poppins Bold"/>
                <a:sym typeface="Poppins Bold"/>
              </a:rPr>
              <a:t>01 </a:t>
            </a:r>
            <a:r>
              <a:rPr lang="ja-JP" altLang="en-US" sz="5400" b="1" dirty="0">
                <a:solidFill>
                  <a:srgbClr val="37628D"/>
                </a:solidFill>
                <a:latin typeface="たづがね角ゴシック Info Bold"/>
                <a:ea typeface="たづがね角ゴシック Info Bold"/>
                <a:cs typeface="たづがね角ゴシック Info Bold"/>
                <a:sym typeface="たづがね角ゴシック Info Bold"/>
              </a:rPr>
              <a:t>自己紹介</a:t>
            </a:r>
            <a:endParaRPr lang="en-US" sz="5400" b="1" dirty="0">
              <a:solidFill>
                <a:srgbClr val="37628D"/>
              </a:solidFill>
              <a:latin typeface="たづがね角ゴシック Info Bold"/>
              <a:ea typeface="たづがね角ゴシック Info Bold"/>
              <a:cs typeface="たづがね角ゴシック Info Bold"/>
              <a:sym typeface="たづがね角ゴシック Info Bold"/>
            </a:endParaRP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98EDBC9A-9DAE-2EDA-51B7-D022ED0D7FA0}"/>
              </a:ext>
            </a:extLst>
          </p:cNvPr>
          <p:cNvSpPr txBox="1"/>
          <p:nvPr/>
        </p:nvSpPr>
        <p:spPr>
          <a:xfrm>
            <a:off x="1733698" y="2442081"/>
            <a:ext cx="15716101" cy="57267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ja-JP" altLang="en-US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・名前：高橋 朋也</a:t>
            </a:r>
            <a:endParaRPr lang="en-US" altLang="ja-JP" sz="3600" dirty="0">
              <a:solidFill>
                <a:srgbClr val="37628D"/>
              </a:solidFill>
              <a:latin typeface="たづがね角ゴシック Info"/>
              <a:ea typeface="たづがね角ゴシック Info"/>
              <a:cs typeface="たづがね角ゴシック Info"/>
              <a:sym typeface="たづがね角ゴシック Info"/>
            </a:endParaRPr>
          </a:p>
          <a:p>
            <a:pPr algn="l">
              <a:lnSpc>
                <a:spcPct val="150000"/>
              </a:lnSpc>
            </a:pPr>
            <a:r>
              <a:rPr lang="ja-JP" altLang="en-US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・学校：広島工業大学 情報学部 情報コミュニケーション学科</a:t>
            </a:r>
            <a:endParaRPr lang="en-US" altLang="ja-JP" sz="3600" dirty="0">
              <a:solidFill>
                <a:srgbClr val="37628D"/>
              </a:solidFill>
              <a:latin typeface="たづがね角ゴシック Info"/>
              <a:ea typeface="たづがね角ゴシック Info"/>
              <a:cs typeface="たづがね角ゴシック Info"/>
              <a:sym typeface="たづがね角ゴシック Info"/>
            </a:endParaRPr>
          </a:p>
          <a:p>
            <a:pPr algn="l">
              <a:lnSpc>
                <a:spcPct val="150000"/>
              </a:lnSpc>
            </a:pPr>
            <a:r>
              <a:rPr lang="ja-JP" altLang="en-US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・出身：島根県松江市</a:t>
            </a:r>
            <a:endParaRPr lang="en-US" altLang="ja-JP" sz="3600" dirty="0">
              <a:solidFill>
                <a:srgbClr val="37628D"/>
              </a:solidFill>
              <a:latin typeface="たづがね角ゴシック Info"/>
              <a:ea typeface="たづがね角ゴシック Info"/>
              <a:cs typeface="たづがね角ゴシック Info"/>
              <a:sym typeface="たづがね角ゴシック Info"/>
            </a:endParaRPr>
          </a:p>
          <a:p>
            <a:pPr algn="l">
              <a:lnSpc>
                <a:spcPct val="150000"/>
              </a:lnSpc>
            </a:pPr>
            <a:r>
              <a:rPr lang="ja-JP" altLang="en-US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・趣味：アニメ鑑賞（一番好きなアニメはスクールランブル）</a:t>
            </a:r>
            <a:endParaRPr lang="en-US" altLang="ja-JP" sz="3600" dirty="0">
              <a:solidFill>
                <a:srgbClr val="37628D"/>
              </a:solidFill>
              <a:latin typeface="たづがね角ゴシック Info"/>
              <a:ea typeface="たづがね角ゴシック Info"/>
              <a:cs typeface="たづがね角ゴシック Info"/>
              <a:sym typeface="たづがね角ゴシック Info"/>
            </a:endParaRPr>
          </a:p>
          <a:p>
            <a:pPr algn="l">
              <a:lnSpc>
                <a:spcPct val="150000"/>
              </a:lnSpc>
            </a:pPr>
            <a:r>
              <a:rPr lang="ja-JP" altLang="en-US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・このインターンシップを選んだ理由：</a:t>
            </a:r>
            <a:endParaRPr lang="en-US" altLang="ja-JP" sz="3600" dirty="0">
              <a:solidFill>
                <a:srgbClr val="37628D"/>
              </a:solidFill>
              <a:latin typeface="たづがね角ゴシック Info"/>
              <a:ea typeface="たづがね角ゴシック Info"/>
              <a:cs typeface="たづがね角ゴシック Info"/>
              <a:sym typeface="たづがね角ゴシック Info"/>
            </a:endParaRPr>
          </a:p>
          <a:p>
            <a:pPr algn="l">
              <a:lnSpc>
                <a:spcPct val="150000"/>
              </a:lnSpc>
            </a:pPr>
            <a:r>
              <a:rPr lang="en-US" altLang="ja-JP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	</a:t>
            </a:r>
            <a:r>
              <a:rPr lang="ja-JP" altLang="en-US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アプリケーション開発に興味があり、</a:t>
            </a:r>
            <a:endParaRPr lang="en-US" altLang="ja-JP" sz="3600" dirty="0">
              <a:solidFill>
                <a:srgbClr val="37628D"/>
              </a:solidFill>
              <a:latin typeface="たづがね角ゴシック Info"/>
              <a:ea typeface="たづがね角ゴシック Info"/>
              <a:cs typeface="たづがね角ゴシック Info"/>
              <a:sym typeface="たづがね角ゴシック Info"/>
            </a:endParaRPr>
          </a:p>
          <a:p>
            <a:pPr algn="l">
              <a:lnSpc>
                <a:spcPct val="150000"/>
              </a:lnSpc>
            </a:pPr>
            <a:r>
              <a:rPr lang="en-US" altLang="ja-JP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		</a:t>
            </a:r>
            <a:r>
              <a:rPr lang="ja-JP" altLang="en-US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実際の開発を体験したいと思ったから</a:t>
            </a:r>
            <a:endParaRPr lang="en-US" altLang="ja-JP" sz="3600" dirty="0">
              <a:solidFill>
                <a:srgbClr val="37628D"/>
              </a:solidFill>
              <a:latin typeface="たづがね角ゴシック Info"/>
              <a:ea typeface="たづがね角ゴシック Info"/>
              <a:cs typeface="たづがね角ゴシック Info"/>
              <a:sym typeface="たづがね角ゴシック Info"/>
            </a:endParaRPr>
          </a:p>
        </p:txBody>
      </p:sp>
    </p:spTree>
    <p:extLst>
      <p:ext uri="{BB962C8B-B14F-4D97-AF65-F5344CB8AC3E}">
        <p14:creationId xmlns:p14="http://schemas.microsoft.com/office/powerpoint/2010/main" val="786510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628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63E75D-AF31-8A8F-806C-12D894C82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DC0550C-8231-F1EA-6A9C-7E4A5527B9E6}"/>
              </a:ext>
            </a:extLst>
          </p:cNvPr>
          <p:cNvGrpSpPr/>
          <p:nvPr/>
        </p:nvGrpSpPr>
        <p:grpSpPr>
          <a:xfrm>
            <a:off x="476250" y="476250"/>
            <a:ext cx="17335500" cy="9334500"/>
            <a:chOff x="0" y="0"/>
            <a:chExt cx="4565728" cy="245846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4DFF58E-0EE5-1C9A-E356-CB63A5CD9B6A}"/>
                </a:ext>
              </a:extLst>
            </p:cNvPr>
            <p:cNvSpPr/>
            <p:nvPr/>
          </p:nvSpPr>
          <p:spPr>
            <a:xfrm>
              <a:off x="0" y="0"/>
              <a:ext cx="4565728" cy="2458469"/>
            </a:xfrm>
            <a:custGeom>
              <a:avLst/>
              <a:gdLst/>
              <a:ahLst/>
              <a:cxnLst/>
              <a:rect l="l" t="t" r="r" b="b"/>
              <a:pathLst>
                <a:path w="4565728" h="2458469">
                  <a:moveTo>
                    <a:pt x="4466" y="0"/>
                  </a:moveTo>
                  <a:lnTo>
                    <a:pt x="4561262" y="0"/>
                  </a:lnTo>
                  <a:cubicBezTo>
                    <a:pt x="4562447" y="0"/>
                    <a:pt x="4563583" y="471"/>
                    <a:pt x="4564420" y="1308"/>
                  </a:cubicBezTo>
                  <a:cubicBezTo>
                    <a:pt x="4565258" y="2146"/>
                    <a:pt x="4565728" y="3281"/>
                    <a:pt x="4565728" y="4466"/>
                  </a:cubicBezTo>
                  <a:lnTo>
                    <a:pt x="4565728" y="2454003"/>
                  </a:lnTo>
                  <a:cubicBezTo>
                    <a:pt x="4565728" y="2455188"/>
                    <a:pt x="4565258" y="2456324"/>
                    <a:pt x="4564420" y="2457161"/>
                  </a:cubicBezTo>
                  <a:cubicBezTo>
                    <a:pt x="4563583" y="2457999"/>
                    <a:pt x="4562447" y="2458469"/>
                    <a:pt x="4561262" y="2458469"/>
                  </a:cubicBezTo>
                  <a:lnTo>
                    <a:pt x="4466" y="2458469"/>
                  </a:lnTo>
                  <a:cubicBezTo>
                    <a:pt x="3281" y="2458469"/>
                    <a:pt x="2146" y="2457999"/>
                    <a:pt x="1308" y="2457161"/>
                  </a:cubicBezTo>
                  <a:cubicBezTo>
                    <a:pt x="471" y="2456324"/>
                    <a:pt x="0" y="2455188"/>
                    <a:pt x="0" y="2454003"/>
                  </a:cubicBezTo>
                  <a:lnTo>
                    <a:pt x="0" y="4466"/>
                  </a:lnTo>
                  <a:cubicBezTo>
                    <a:pt x="0" y="3281"/>
                    <a:pt x="471" y="2146"/>
                    <a:pt x="1308" y="1308"/>
                  </a:cubicBezTo>
                  <a:cubicBezTo>
                    <a:pt x="2146" y="471"/>
                    <a:pt x="3281" y="0"/>
                    <a:pt x="4466" y="0"/>
                  </a:cubicBez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F2EB998-A612-ADD1-413D-88470ED2DE39}"/>
                </a:ext>
              </a:extLst>
            </p:cNvPr>
            <p:cNvSpPr txBox="1"/>
            <p:nvPr/>
          </p:nvSpPr>
          <p:spPr>
            <a:xfrm>
              <a:off x="0" y="-38100"/>
              <a:ext cx="4565728" cy="2496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9651151E-05CB-4A15-15EE-5C49C070FB9F}"/>
              </a:ext>
            </a:extLst>
          </p:cNvPr>
          <p:cNvSpPr/>
          <p:nvPr/>
        </p:nvSpPr>
        <p:spPr>
          <a:xfrm flipV="1">
            <a:off x="952500" y="9320212"/>
            <a:ext cx="16383000" cy="0"/>
          </a:xfrm>
          <a:prstGeom prst="line">
            <a:avLst/>
          </a:prstGeom>
          <a:ln w="28575" cap="rnd">
            <a:solidFill>
              <a:srgbClr val="37628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8CF35AAC-57B5-B5E8-4646-EDD78C07C724}"/>
              </a:ext>
            </a:extLst>
          </p:cNvPr>
          <p:cNvSpPr/>
          <p:nvPr/>
        </p:nvSpPr>
        <p:spPr>
          <a:xfrm flipV="1">
            <a:off x="952500" y="966787"/>
            <a:ext cx="16383000" cy="0"/>
          </a:xfrm>
          <a:prstGeom prst="line">
            <a:avLst/>
          </a:prstGeom>
          <a:ln w="28575" cap="rnd">
            <a:solidFill>
              <a:srgbClr val="37628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2EDD79D0-F208-2A8F-8618-0C028DB12F43}"/>
              </a:ext>
            </a:extLst>
          </p:cNvPr>
          <p:cNvGrpSpPr/>
          <p:nvPr/>
        </p:nvGrpSpPr>
        <p:grpSpPr>
          <a:xfrm>
            <a:off x="952500" y="1358194"/>
            <a:ext cx="142875" cy="423862"/>
            <a:chOff x="0" y="0"/>
            <a:chExt cx="37630" cy="111635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DBA0D2E-951D-16CE-7300-329B255A9913}"/>
                </a:ext>
              </a:extLst>
            </p:cNvPr>
            <p:cNvSpPr/>
            <p:nvPr/>
          </p:nvSpPr>
          <p:spPr>
            <a:xfrm>
              <a:off x="0" y="0"/>
              <a:ext cx="37630" cy="111635"/>
            </a:xfrm>
            <a:custGeom>
              <a:avLst/>
              <a:gdLst/>
              <a:ahLst/>
              <a:cxnLst/>
              <a:rect l="l" t="t" r="r" b="b"/>
              <a:pathLst>
                <a:path w="37630" h="111635">
                  <a:moveTo>
                    <a:pt x="18815" y="0"/>
                  </a:moveTo>
                  <a:lnTo>
                    <a:pt x="18815" y="0"/>
                  </a:lnTo>
                  <a:cubicBezTo>
                    <a:pt x="23805" y="0"/>
                    <a:pt x="28590" y="1982"/>
                    <a:pt x="32119" y="5511"/>
                  </a:cubicBezTo>
                  <a:cubicBezTo>
                    <a:pt x="35647" y="9039"/>
                    <a:pt x="37630" y="13825"/>
                    <a:pt x="37630" y="18815"/>
                  </a:cubicBezTo>
                  <a:lnTo>
                    <a:pt x="37630" y="92820"/>
                  </a:lnTo>
                  <a:cubicBezTo>
                    <a:pt x="37630" y="97810"/>
                    <a:pt x="35647" y="102595"/>
                    <a:pt x="32119" y="106124"/>
                  </a:cubicBezTo>
                  <a:cubicBezTo>
                    <a:pt x="28590" y="109652"/>
                    <a:pt x="23805" y="111635"/>
                    <a:pt x="18815" y="111635"/>
                  </a:cubicBezTo>
                  <a:lnTo>
                    <a:pt x="18815" y="111635"/>
                  </a:lnTo>
                  <a:cubicBezTo>
                    <a:pt x="13825" y="111635"/>
                    <a:pt x="9039" y="109652"/>
                    <a:pt x="5511" y="106124"/>
                  </a:cubicBezTo>
                  <a:cubicBezTo>
                    <a:pt x="1982" y="102595"/>
                    <a:pt x="0" y="97810"/>
                    <a:pt x="0" y="92820"/>
                  </a:cubicBezTo>
                  <a:lnTo>
                    <a:pt x="0" y="18815"/>
                  </a:lnTo>
                  <a:cubicBezTo>
                    <a:pt x="0" y="13825"/>
                    <a:pt x="1982" y="9039"/>
                    <a:pt x="5511" y="5511"/>
                  </a:cubicBezTo>
                  <a:cubicBezTo>
                    <a:pt x="9039" y="1982"/>
                    <a:pt x="13825" y="0"/>
                    <a:pt x="18815" y="0"/>
                  </a:cubicBezTo>
                  <a:close/>
                </a:path>
              </a:pathLst>
            </a:custGeom>
            <a:solidFill>
              <a:srgbClr val="37628D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A413C754-7D2C-986E-28D8-DBFDF4119122}"/>
                </a:ext>
              </a:extLst>
            </p:cNvPr>
            <p:cNvSpPr txBox="1"/>
            <p:nvPr/>
          </p:nvSpPr>
          <p:spPr>
            <a:xfrm>
              <a:off x="0" y="-123825"/>
              <a:ext cx="37630" cy="235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00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4BEC5BEB-3729-28DE-68B3-5CC08E1C651F}"/>
              </a:ext>
            </a:extLst>
          </p:cNvPr>
          <p:cNvSpPr txBox="1"/>
          <p:nvPr/>
        </p:nvSpPr>
        <p:spPr>
          <a:xfrm>
            <a:off x="1260527" y="1428750"/>
            <a:ext cx="16074973" cy="564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20"/>
              </a:lnSpc>
              <a:spcBef>
                <a:spcPct val="0"/>
              </a:spcBef>
            </a:pPr>
            <a:r>
              <a:rPr lang="en-US" altLang="ja-JP" sz="5400" b="1" spc="75" dirty="0">
                <a:solidFill>
                  <a:srgbClr val="37628D"/>
                </a:solidFill>
                <a:latin typeface="Poppins Bold"/>
                <a:ea typeface="Poppins Bold"/>
                <a:cs typeface="Poppins Bold"/>
                <a:sym typeface="Poppins Bold"/>
              </a:rPr>
              <a:t>01 </a:t>
            </a:r>
            <a:r>
              <a:rPr lang="ja-JP" altLang="en-US" sz="5400" b="1" dirty="0">
                <a:solidFill>
                  <a:srgbClr val="37628D"/>
                </a:solidFill>
                <a:latin typeface="たづがね角ゴシック Info Bold"/>
                <a:ea typeface="たづがね角ゴシック Info Bold"/>
                <a:cs typeface="たづがね角ゴシック Info Bold"/>
                <a:sym typeface="たづがね角ゴシック Info Bold"/>
              </a:rPr>
              <a:t>自己紹介</a:t>
            </a:r>
            <a:endParaRPr lang="en-US" sz="5400" b="1" dirty="0">
              <a:solidFill>
                <a:srgbClr val="37628D"/>
              </a:solidFill>
              <a:latin typeface="たづがね角ゴシック Info Bold"/>
              <a:ea typeface="たづがね角ゴシック Info Bold"/>
              <a:cs typeface="たづがね角ゴシック Info Bold"/>
              <a:sym typeface="たづがね角ゴシック Info Bold"/>
            </a:endParaRP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D3DA0054-9154-D846-E8B9-7F08D091486A}"/>
              </a:ext>
            </a:extLst>
          </p:cNvPr>
          <p:cNvSpPr txBox="1"/>
          <p:nvPr/>
        </p:nvSpPr>
        <p:spPr>
          <a:xfrm>
            <a:off x="1733698" y="2442081"/>
            <a:ext cx="15716101" cy="65577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ja-JP" altLang="en-US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・名前：岡田 一希</a:t>
            </a:r>
            <a:endParaRPr lang="en-US" altLang="ja-JP" sz="3600" dirty="0">
              <a:solidFill>
                <a:srgbClr val="37628D"/>
              </a:solidFill>
              <a:latin typeface="たづがね角ゴシック Info"/>
              <a:ea typeface="たづがね角ゴシック Info"/>
              <a:cs typeface="たづがね角ゴシック Info"/>
              <a:sym typeface="たづがね角ゴシック Info"/>
            </a:endParaRPr>
          </a:p>
          <a:p>
            <a:pPr algn="l">
              <a:lnSpc>
                <a:spcPct val="150000"/>
              </a:lnSpc>
            </a:pPr>
            <a:r>
              <a:rPr lang="ja-JP" altLang="en-US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・学校：松江工業高等専門学校 情報工学科 </a:t>
            </a:r>
            <a:r>
              <a:rPr lang="en-US" altLang="ja-JP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4</a:t>
            </a:r>
            <a:r>
              <a:rPr lang="ja-JP" altLang="en-US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年</a:t>
            </a:r>
            <a:endParaRPr lang="en-US" altLang="ja-JP" sz="3600" dirty="0">
              <a:solidFill>
                <a:srgbClr val="37628D"/>
              </a:solidFill>
              <a:latin typeface="たづがね角ゴシック Info"/>
              <a:ea typeface="たづがね角ゴシック Info"/>
              <a:cs typeface="たづがね角ゴシック Info"/>
              <a:sym typeface="たづがね角ゴシック Info"/>
            </a:endParaRPr>
          </a:p>
          <a:p>
            <a:pPr algn="l">
              <a:lnSpc>
                <a:spcPct val="150000"/>
              </a:lnSpc>
            </a:pPr>
            <a:r>
              <a:rPr lang="ja-JP" altLang="en-US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・出身：島根県浜田市</a:t>
            </a:r>
            <a:endParaRPr lang="en-US" altLang="ja-JP" sz="3600" dirty="0">
              <a:solidFill>
                <a:srgbClr val="37628D"/>
              </a:solidFill>
              <a:latin typeface="たづがね角ゴシック Info"/>
              <a:ea typeface="たづがね角ゴシック Info"/>
              <a:cs typeface="たづがね角ゴシック Info"/>
              <a:sym typeface="たづがね角ゴシック Info"/>
            </a:endParaRPr>
          </a:p>
          <a:p>
            <a:pPr algn="l">
              <a:lnSpc>
                <a:spcPct val="150000"/>
              </a:lnSpc>
            </a:pPr>
            <a:r>
              <a:rPr lang="ja-JP" altLang="en-US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・趣味：フロムゲー</a:t>
            </a:r>
            <a:r>
              <a:rPr lang="en-US" altLang="ja-JP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(</a:t>
            </a:r>
            <a:r>
              <a:rPr lang="ja-JP" altLang="en-US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特に好きなのは「</a:t>
            </a:r>
            <a:r>
              <a:rPr lang="en-US" altLang="ja-JP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Bloodborne</a:t>
            </a:r>
            <a:r>
              <a:rPr lang="ja-JP" altLang="en-US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」</a:t>
            </a:r>
            <a:r>
              <a:rPr lang="en-US" altLang="ja-JP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ja-JP" altLang="en-US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・このインターンシップを選んだ理由：</a:t>
            </a:r>
            <a:endParaRPr lang="en-US" altLang="ja-JP" sz="3600" dirty="0">
              <a:solidFill>
                <a:srgbClr val="37628D"/>
              </a:solidFill>
              <a:latin typeface="たづがね角ゴシック Info"/>
              <a:ea typeface="たづがね角ゴシック Info"/>
              <a:cs typeface="たづがね角ゴシック Info"/>
              <a:sym typeface="たづがね角ゴシック Info"/>
            </a:endParaRPr>
          </a:p>
          <a:p>
            <a:pPr algn="l">
              <a:lnSpc>
                <a:spcPct val="150000"/>
              </a:lnSpc>
            </a:pPr>
            <a:r>
              <a:rPr lang="en-US" altLang="ja-JP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	</a:t>
            </a:r>
            <a:r>
              <a:rPr lang="ja-JP" altLang="en-US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使ったことのない</a:t>
            </a:r>
            <a:r>
              <a:rPr lang="en-US" altLang="ja-JP" sz="3600" dirty="0" err="1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RubyOnRails</a:t>
            </a:r>
            <a:r>
              <a:rPr lang="ja-JP" altLang="en-US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や</a:t>
            </a:r>
            <a:r>
              <a:rPr lang="en-US" altLang="ja-JP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Ruby</a:t>
            </a:r>
            <a:r>
              <a:rPr lang="ja-JP" altLang="en-US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を</a:t>
            </a:r>
            <a:endParaRPr lang="en-US" altLang="ja-JP" sz="3600" dirty="0">
              <a:solidFill>
                <a:srgbClr val="37628D"/>
              </a:solidFill>
              <a:latin typeface="たづがね角ゴシック Info"/>
              <a:ea typeface="たづがね角ゴシック Info"/>
              <a:cs typeface="たづがね角ゴシック Info"/>
              <a:sym typeface="たづがね角ゴシック Info"/>
            </a:endParaRPr>
          </a:p>
          <a:p>
            <a:pPr algn="l">
              <a:lnSpc>
                <a:spcPct val="150000"/>
              </a:lnSpc>
            </a:pPr>
            <a:r>
              <a:rPr lang="en-US" altLang="ja-JP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		</a:t>
            </a:r>
            <a:r>
              <a:rPr lang="ja-JP" altLang="en-US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使うきっかけになると思ったから。</a:t>
            </a:r>
            <a:endParaRPr lang="en-US" altLang="ja-JP" sz="3600" dirty="0">
              <a:solidFill>
                <a:srgbClr val="37628D"/>
              </a:solidFill>
              <a:latin typeface="たづがね角ゴシック Info"/>
              <a:ea typeface="たづがね角ゴシック Info"/>
              <a:cs typeface="たづがね角ゴシック Info"/>
              <a:sym typeface="たづがね角ゴシック Info"/>
            </a:endParaRPr>
          </a:p>
          <a:p>
            <a:pPr algn="l">
              <a:lnSpc>
                <a:spcPct val="150000"/>
              </a:lnSpc>
            </a:pPr>
            <a:r>
              <a:rPr lang="en-US" altLang="ja-JP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	</a:t>
            </a:r>
            <a:r>
              <a:rPr lang="ja-JP" altLang="en-US" sz="3600" dirty="0">
                <a:solidFill>
                  <a:srgbClr val="37628D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実際のチーム開発を体験してみたかったから</a:t>
            </a:r>
            <a:endParaRPr lang="en-US" altLang="ja-JP" sz="3600" dirty="0">
              <a:solidFill>
                <a:srgbClr val="37628D"/>
              </a:solidFill>
              <a:latin typeface="たづがね角ゴシック Info"/>
              <a:ea typeface="たづがね角ゴシック Info"/>
              <a:cs typeface="たづがね角ゴシック Info"/>
              <a:sym typeface="たづがね角ゴシック Info"/>
            </a:endParaRPr>
          </a:p>
        </p:txBody>
      </p:sp>
    </p:spTree>
    <p:extLst>
      <p:ext uri="{BB962C8B-B14F-4D97-AF65-F5344CB8AC3E}">
        <p14:creationId xmlns:p14="http://schemas.microsoft.com/office/powerpoint/2010/main" val="1985633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628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11C86C-74FF-F6AE-99FF-A840978DF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2183D73-1078-1EBF-D2FA-20F1DC069E64}"/>
              </a:ext>
            </a:extLst>
          </p:cNvPr>
          <p:cNvGrpSpPr/>
          <p:nvPr/>
        </p:nvGrpSpPr>
        <p:grpSpPr>
          <a:xfrm>
            <a:off x="476250" y="476250"/>
            <a:ext cx="17335500" cy="9334500"/>
            <a:chOff x="0" y="0"/>
            <a:chExt cx="4565728" cy="245846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9739938-E9B5-8FA1-AB4B-D0315C60DDC6}"/>
                </a:ext>
              </a:extLst>
            </p:cNvPr>
            <p:cNvSpPr/>
            <p:nvPr/>
          </p:nvSpPr>
          <p:spPr>
            <a:xfrm>
              <a:off x="0" y="0"/>
              <a:ext cx="4565728" cy="2458469"/>
            </a:xfrm>
            <a:custGeom>
              <a:avLst/>
              <a:gdLst/>
              <a:ahLst/>
              <a:cxnLst/>
              <a:rect l="l" t="t" r="r" b="b"/>
              <a:pathLst>
                <a:path w="4565728" h="2458469">
                  <a:moveTo>
                    <a:pt x="4466" y="0"/>
                  </a:moveTo>
                  <a:lnTo>
                    <a:pt x="4561262" y="0"/>
                  </a:lnTo>
                  <a:cubicBezTo>
                    <a:pt x="4562447" y="0"/>
                    <a:pt x="4563583" y="471"/>
                    <a:pt x="4564420" y="1308"/>
                  </a:cubicBezTo>
                  <a:cubicBezTo>
                    <a:pt x="4565258" y="2146"/>
                    <a:pt x="4565728" y="3281"/>
                    <a:pt x="4565728" y="4466"/>
                  </a:cubicBezTo>
                  <a:lnTo>
                    <a:pt x="4565728" y="2454003"/>
                  </a:lnTo>
                  <a:cubicBezTo>
                    <a:pt x="4565728" y="2455188"/>
                    <a:pt x="4565258" y="2456324"/>
                    <a:pt x="4564420" y="2457161"/>
                  </a:cubicBezTo>
                  <a:cubicBezTo>
                    <a:pt x="4563583" y="2457999"/>
                    <a:pt x="4562447" y="2458469"/>
                    <a:pt x="4561262" y="2458469"/>
                  </a:cubicBezTo>
                  <a:lnTo>
                    <a:pt x="4466" y="2458469"/>
                  </a:lnTo>
                  <a:cubicBezTo>
                    <a:pt x="3281" y="2458469"/>
                    <a:pt x="2146" y="2457999"/>
                    <a:pt x="1308" y="2457161"/>
                  </a:cubicBezTo>
                  <a:cubicBezTo>
                    <a:pt x="471" y="2456324"/>
                    <a:pt x="0" y="2455188"/>
                    <a:pt x="0" y="2454003"/>
                  </a:cubicBezTo>
                  <a:lnTo>
                    <a:pt x="0" y="4466"/>
                  </a:lnTo>
                  <a:cubicBezTo>
                    <a:pt x="0" y="3281"/>
                    <a:pt x="471" y="2146"/>
                    <a:pt x="1308" y="1308"/>
                  </a:cubicBezTo>
                  <a:cubicBezTo>
                    <a:pt x="2146" y="471"/>
                    <a:pt x="3281" y="0"/>
                    <a:pt x="4466" y="0"/>
                  </a:cubicBez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8814DF0-D4A9-33EB-DABB-92D2FF46CB0B}"/>
                </a:ext>
              </a:extLst>
            </p:cNvPr>
            <p:cNvSpPr txBox="1"/>
            <p:nvPr/>
          </p:nvSpPr>
          <p:spPr>
            <a:xfrm>
              <a:off x="0" y="-38100"/>
              <a:ext cx="4565728" cy="2496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54F78F7B-0544-B64A-A687-A7EAE9BBA81F}"/>
              </a:ext>
            </a:extLst>
          </p:cNvPr>
          <p:cNvSpPr/>
          <p:nvPr/>
        </p:nvSpPr>
        <p:spPr>
          <a:xfrm flipV="1">
            <a:off x="952500" y="9320212"/>
            <a:ext cx="16383000" cy="0"/>
          </a:xfrm>
          <a:prstGeom prst="line">
            <a:avLst/>
          </a:prstGeom>
          <a:ln w="28575" cap="rnd">
            <a:solidFill>
              <a:srgbClr val="37628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E738C47C-410A-1DC9-2BA0-C833B20D8537}"/>
              </a:ext>
            </a:extLst>
          </p:cNvPr>
          <p:cNvSpPr/>
          <p:nvPr/>
        </p:nvSpPr>
        <p:spPr>
          <a:xfrm flipV="1">
            <a:off x="952500" y="966787"/>
            <a:ext cx="16383000" cy="0"/>
          </a:xfrm>
          <a:prstGeom prst="line">
            <a:avLst/>
          </a:prstGeom>
          <a:ln w="28575" cap="rnd">
            <a:solidFill>
              <a:srgbClr val="37628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0C38AB50-E857-92FC-E197-4480F35F490D}"/>
              </a:ext>
            </a:extLst>
          </p:cNvPr>
          <p:cNvGrpSpPr/>
          <p:nvPr/>
        </p:nvGrpSpPr>
        <p:grpSpPr>
          <a:xfrm>
            <a:off x="952500" y="1358194"/>
            <a:ext cx="142875" cy="423862"/>
            <a:chOff x="0" y="0"/>
            <a:chExt cx="37630" cy="111635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D5CEF48-41AC-87FB-2F98-71C0AD569D46}"/>
                </a:ext>
              </a:extLst>
            </p:cNvPr>
            <p:cNvSpPr/>
            <p:nvPr/>
          </p:nvSpPr>
          <p:spPr>
            <a:xfrm>
              <a:off x="0" y="0"/>
              <a:ext cx="37630" cy="111635"/>
            </a:xfrm>
            <a:custGeom>
              <a:avLst/>
              <a:gdLst/>
              <a:ahLst/>
              <a:cxnLst/>
              <a:rect l="l" t="t" r="r" b="b"/>
              <a:pathLst>
                <a:path w="37630" h="111635">
                  <a:moveTo>
                    <a:pt x="18815" y="0"/>
                  </a:moveTo>
                  <a:lnTo>
                    <a:pt x="18815" y="0"/>
                  </a:lnTo>
                  <a:cubicBezTo>
                    <a:pt x="23805" y="0"/>
                    <a:pt x="28590" y="1982"/>
                    <a:pt x="32119" y="5511"/>
                  </a:cubicBezTo>
                  <a:cubicBezTo>
                    <a:pt x="35647" y="9039"/>
                    <a:pt x="37630" y="13825"/>
                    <a:pt x="37630" y="18815"/>
                  </a:cubicBezTo>
                  <a:lnTo>
                    <a:pt x="37630" y="92820"/>
                  </a:lnTo>
                  <a:cubicBezTo>
                    <a:pt x="37630" y="97810"/>
                    <a:pt x="35647" y="102595"/>
                    <a:pt x="32119" y="106124"/>
                  </a:cubicBezTo>
                  <a:cubicBezTo>
                    <a:pt x="28590" y="109652"/>
                    <a:pt x="23805" y="111635"/>
                    <a:pt x="18815" y="111635"/>
                  </a:cubicBezTo>
                  <a:lnTo>
                    <a:pt x="18815" y="111635"/>
                  </a:lnTo>
                  <a:cubicBezTo>
                    <a:pt x="13825" y="111635"/>
                    <a:pt x="9039" y="109652"/>
                    <a:pt x="5511" y="106124"/>
                  </a:cubicBezTo>
                  <a:cubicBezTo>
                    <a:pt x="1982" y="102595"/>
                    <a:pt x="0" y="97810"/>
                    <a:pt x="0" y="92820"/>
                  </a:cubicBezTo>
                  <a:lnTo>
                    <a:pt x="0" y="18815"/>
                  </a:lnTo>
                  <a:cubicBezTo>
                    <a:pt x="0" y="13825"/>
                    <a:pt x="1982" y="9039"/>
                    <a:pt x="5511" y="5511"/>
                  </a:cubicBezTo>
                  <a:cubicBezTo>
                    <a:pt x="9039" y="1982"/>
                    <a:pt x="13825" y="0"/>
                    <a:pt x="18815" y="0"/>
                  </a:cubicBezTo>
                  <a:close/>
                </a:path>
              </a:pathLst>
            </a:custGeom>
            <a:solidFill>
              <a:srgbClr val="37628D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189A718-5E56-C5AB-E76B-C1C443AA6222}"/>
                </a:ext>
              </a:extLst>
            </p:cNvPr>
            <p:cNvSpPr txBox="1"/>
            <p:nvPr/>
          </p:nvSpPr>
          <p:spPr>
            <a:xfrm>
              <a:off x="0" y="-123825"/>
              <a:ext cx="37630" cy="235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00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D58BF2DB-BF26-6C6D-7AE1-AF498ED50EAB}"/>
              </a:ext>
            </a:extLst>
          </p:cNvPr>
          <p:cNvSpPr txBox="1"/>
          <p:nvPr/>
        </p:nvSpPr>
        <p:spPr>
          <a:xfrm>
            <a:off x="1260527" y="1428750"/>
            <a:ext cx="16074973" cy="564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20"/>
              </a:lnSpc>
              <a:spcBef>
                <a:spcPct val="0"/>
              </a:spcBef>
            </a:pPr>
            <a:r>
              <a:rPr lang="en-US" altLang="ja-JP" sz="5400" b="1" spc="75" dirty="0">
                <a:solidFill>
                  <a:srgbClr val="37628D"/>
                </a:solidFill>
                <a:latin typeface="Poppins Bold"/>
                <a:ea typeface="Poppins Bold"/>
                <a:cs typeface="Poppins Bold"/>
                <a:sym typeface="Poppins Bold"/>
              </a:rPr>
              <a:t>07</a:t>
            </a:r>
            <a:r>
              <a:rPr lang="ja-JP" altLang="en-US" sz="5400" b="1" spc="75" dirty="0">
                <a:solidFill>
                  <a:srgbClr val="37628D"/>
                </a:solidFill>
                <a:latin typeface="たづがね角ゴシック Info Bold"/>
                <a:ea typeface="たづがね角ゴシック Info Bold"/>
                <a:cs typeface="Poppins Bold"/>
                <a:sym typeface="たづがね角ゴシック Info Bold"/>
              </a:rPr>
              <a:t> オリジナル機能紹介</a:t>
            </a:r>
            <a:r>
              <a:rPr lang="en-US" altLang="ja-JP" sz="5400" b="1" spc="75" dirty="0">
                <a:solidFill>
                  <a:srgbClr val="37628D"/>
                </a:solidFill>
                <a:latin typeface="たづがね角ゴシック Info Bold"/>
                <a:ea typeface="たづがね角ゴシック Info Bold"/>
                <a:cs typeface="Poppins Bold"/>
                <a:sym typeface="たづがね角ゴシック Info Bold"/>
              </a:rPr>
              <a:t>(</a:t>
            </a:r>
            <a:r>
              <a:rPr lang="ja-JP" altLang="en-US" sz="5400" b="1" spc="75" dirty="0">
                <a:solidFill>
                  <a:srgbClr val="37628D"/>
                </a:solidFill>
                <a:latin typeface="たづがね角ゴシック Info Bold"/>
                <a:ea typeface="たづがね角ゴシック Info Bold"/>
                <a:cs typeface="Poppins Bold"/>
                <a:sym typeface="たづがね角ゴシック Info Bold"/>
              </a:rPr>
              <a:t>未実装</a:t>
            </a:r>
            <a:r>
              <a:rPr lang="en-US" altLang="ja-JP" sz="5400" b="1" spc="75" dirty="0">
                <a:solidFill>
                  <a:srgbClr val="37628D"/>
                </a:solidFill>
                <a:latin typeface="たづがね角ゴシック Info Bold"/>
                <a:ea typeface="たづがね角ゴシック Info Bold"/>
                <a:cs typeface="Poppins Bold"/>
                <a:sym typeface="たづがね角ゴシック Info Bold"/>
              </a:rPr>
              <a:t>)</a:t>
            </a:r>
            <a:endParaRPr lang="en-US" sz="5400" b="1" dirty="0">
              <a:solidFill>
                <a:srgbClr val="37628D"/>
              </a:solidFill>
              <a:latin typeface="たづがね角ゴシック Info Bold"/>
              <a:ea typeface="たづがね角ゴシック Info Bold"/>
              <a:cs typeface="たづがね角ゴシック Info Bold"/>
              <a:sym typeface="たづがね角ゴシック Info Bold"/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452E4A89-3CF3-9460-50C3-6F664FED2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2214417"/>
            <a:ext cx="13942575" cy="661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822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628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EE43D8-6B52-729C-FB0C-E539C75DD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3E744FF-D6C1-7369-B038-D1EA9CDF8CF8}"/>
              </a:ext>
            </a:extLst>
          </p:cNvPr>
          <p:cNvGrpSpPr/>
          <p:nvPr/>
        </p:nvGrpSpPr>
        <p:grpSpPr>
          <a:xfrm>
            <a:off x="476250" y="476250"/>
            <a:ext cx="17335500" cy="9334500"/>
            <a:chOff x="0" y="0"/>
            <a:chExt cx="4565728" cy="245846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F3F2AF0-111D-2209-C137-D9847FF4D891}"/>
                </a:ext>
              </a:extLst>
            </p:cNvPr>
            <p:cNvSpPr/>
            <p:nvPr/>
          </p:nvSpPr>
          <p:spPr>
            <a:xfrm>
              <a:off x="0" y="0"/>
              <a:ext cx="4565728" cy="2458469"/>
            </a:xfrm>
            <a:custGeom>
              <a:avLst/>
              <a:gdLst/>
              <a:ahLst/>
              <a:cxnLst/>
              <a:rect l="l" t="t" r="r" b="b"/>
              <a:pathLst>
                <a:path w="4565728" h="2458469">
                  <a:moveTo>
                    <a:pt x="4466" y="0"/>
                  </a:moveTo>
                  <a:lnTo>
                    <a:pt x="4561262" y="0"/>
                  </a:lnTo>
                  <a:cubicBezTo>
                    <a:pt x="4562447" y="0"/>
                    <a:pt x="4563583" y="471"/>
                    <a:pt x="4564420" y="1308"/>
                  </a:cubicBezTo>
                  <a:cubicBezTo>
                    <a:pt x="4565258" y="2146"/>
                    <a:pt x="4565728" y="3281"/>
                    <a:pt x="4565728" y="4466"/>
                  </a:cubicBezTo>
                  <a:lnTo>
                    <a:pt x="4565728" y="2454003"/>
                  </a:lnTo>
                  <a:cubicBezTo>
                    <a:pt x="4565728" y="2455188"/>
                    <a:pt x="4565258" y="2456324"/>
                    <a:pt x="4564420" y="2457161"/>
                  </a:cubicBezTo>
                  <a:cubicBezTo>
                    <a:pt x="4563583" y="2457999"/>
                    <a:pt x="4562447" y="2458469"/>
                    <a:pt x="4561262" y="2458469"/>
                  </a:cubicBezTo>
                  <a:lnTo>
                    <a:pt x="4466" y="2458469"/>
                  </a:lnTo>
                  <a:cubicBezTo>
                    <a:pt x="3281" y="2458469"/>
                    <a:pt x="2146" y="2457999"/>
                    <a:pt x="1308" y="2457161"/>
                  </a:cubicBezTo>
                  <a:cubicBezTo>
                    <a:pt x="471" y="2456324"/>
                    <a:pt x="0" y="2455188"/>
                    <a:pt x="0" y="2454003"/>
                  </a:cubicBezTo>
                  <a:lnTo>
                    <a:pt x="0" y="4466"/>
                  </a:lnTo>
                  <a:cubicBezTo>
                    <a:pt x="0" y="3281"/>
                    <a:pt x="471" y="2146"/>
                    <a:pt x="1308" y="1308"/>
                  </a:cubicBezTo>
                  <a:cubicBezTo>
                    <a:pt x="2146" y="471"/>
                    <a:pt x="3281" y="0"/>
                    <a:pt x="4466" y="0"/>
                  </a:cubicBez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A4FEBA4-1D23-4A43-DA3E-E07A3736C6EE}"/>
                </a:ext>
              </a:extLst>
            </p:cNvPr>
            <p:cNvSpPr txBox="1"/>
            <p:nvPr/>
          </p:nvSpPr>
          <p:spPr>
            <a:xfrm>
              <a:off x="0" y="-38100"/>
              <a:ext cx="4565728" cy="2496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3490300E-F743-164D-2D48-92ED9EEA38C6}"/>
              </a:ext>
            </a:extLst>
          </p:cNvPr>
          <p:cNvSpPr/>
          <p:nvPr/>
        </p:nvSpPr>
        <p:spPr>
          <a:xfrm flipV="1">
            <a:off x="952500" y="9320212"/>
            <a:ext cx="16383000" cy="0"/>
          </a:xfrm>
          <a:prstGeom prst="line">
            <a:avLst/>
          </a:prstGeom>
          <a:ln w="28575" cap="rnd">
            <a:solidFill>
              <a:srgbClr val="37628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A23F97AB-96FE-231C-A800-F27D5B104166}"/>
              </a:ext>
            </a:extLst>
          </p:cNvPr>
          <p:cNvSpPr/>
          <p:nvPr/>
        </p:nvSpPr>
        <p:spPr>
          <a:xfrm flipV="1">
            <a:off x="952500" y="966787"/>
            <a:ext cx="16383000" cy="0"/>
          </a:xfrm>
          <a:prstGeom prst="line">
            <a:avLst/>
          </a:prstGeom>
          <a:ln w="28575" cap="rnd">
            <a:solidFill>
              <a:srgbClr val="37628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325D7931-D409-F643-6C2E-07414FF69D6B}"/>
              </a:ext>
            </a:extLst>
          </p:cNvPr>
          <p:cNvGrpSpPr/>
          <p:nvPr/>
        </p:nvGrpSpPr>
        <p:grpSpPr>
          <a:xfrm>
            <a:off x="952500" y="1358194"/>
            <a:ext cx="142875" cy="423862"/>
            <a:chOff x="0" y="0"/>
            <a:chExt cx="37630" cy="111635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91F8216-2D15-2684-FFE5-085741C9BE0C}"/>
                </a:ext>
              </a:extLst>
            </p:cNvPr>
            <p:cNvSpPr/>
            <p:nvPr/>
          </p:nvSpPr>
          <p:spPr>
            <a:xfrm>
              <a:off x="0" y="0"/>
              <a:ext cx="37630" cy="111635"/>
            </a:xfrm>
            <a:custGeom>
              <a:avLst/>
              <a:gdLst/>
              <a:ahLst/>
              <a:cxnLst/>
              <a:rect l="l" t="t" r="r" b="b"/>
              <a:pathLst>
                <a:path w="37630" h="111635">
                  <a:moveTo>
                    <a:pt x="18815" y="0"/>
                  </a:moveTo>
                  <a:lnTo>
                    <a:pt x="18815" y="0"/>
                  </a:lnTo>
                  <a:cubicBezTo>
                    <a:pt x="23805" y="0"/>
                    <a:pt x="28590" y="1982"/>
                    <a:pt x="32119" y="5511"/>
                  </a:cubicBezTo>
                  <a:cubicBezTo>
                    <a:pt x="35647" y="9039"/>
                    <a:pt x="37630" y="13825"/>
                    <a:pt x="37630" y="18815"/>
                  </a:cubicBezTo>
                  <a:lnTo>
                    <a:pt x="37630" y="92820"/>
                  </a:lnTo>
                  <a:cubicBezTo>
                    <a:pt x="37630" y="97810"/>
                    <a:pt x="35647" y="102595"/>
                    <a:pt x="32119" y="106124"/>
                  </a:cubicBezTo>
                  <a:cubicBezTo>
                    <a:pt x="28590" y="109652"/>
                    <a:pt x="23805" y="111635"/>
                    <a:pt x="18815" y="111635"/>
                  </a:cubicBezTo>
                  <a:lnTo>
                    <a:pt x="18815" y="111635"/>
                  </a:lnTo>
                  <a:cubicBezTo>
                    <a:pt x="13825" y="111635"/>
                    <a:pt x="9039" y="109652"/>
                    <a:pt x="5511" y="106124"/>
                  </a:cubicBezTo>
                  <a:cubicBezTo>
                    <a:pt x="1982" y="102595"/>
                    <a:pt x="0" y="97810"/>
                    <a:pt x="0" y="92820"/>
                  </a:cubicBezTo>
                  <a:lnTo>
                    <a:pt x="0" y="18815"/>
                  </a:lnTo>
                  <a:cubicBezTo>
                    <a:pt x="0" y="13825"/>
                    <a:pt x="1982" y="9039"/>
                    <a:pt x="5511" y="5511"/>
                  </a:cubicBezTo>
                  <a:cubicBezTo>
                    <a:pt x="9039" y="1982"/>
                    <a:pt x="13825" y="0"/>
                    <a:pt x="18815" y="0"/>
                  </a:cubicBezTo>
                  <a:close/>
                </a:path>
              </a:pathLst>
            </a:custGeom>
            <a:solidFill>
              <a:srgbClr val="37628D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1C38A007-7ACC-7F69-224F-A36AC86AB90D}"/>
                </a:ext>
              </a:extLst>
            </p:cNvPr>
            <p:cNvSpPr txBox="1"/>
            <p:nvPr/>
          </p:nvSpPr>
          <p:spPr>
            <a:xfrm>
              <a:off x="0" y="-123825"/>
              <a:ext cx="37630" cy="235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00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239294B6-4496-8BCA-E37C-0C9246C07BAF}"/>
              </a:ext>
            </a:extLst>
          </p:cNvPr>
          <p:cNvSpPr txBox="1"/>
          <p:nvPr/>
        </p:nvSpPr>
        <p:spPr>
          <a:xfrm>
            <a:off x="1260527" y="1428750"/>
            <a:ext cx="16074973" cy="564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20"/>
              </a:lnSpc>
              <a:spcBef>
                <a:spcPct val="0"/>
              </a:spcBef>
            </a:pPr>
            <a:r>
              <a:rPr lang="en-US" altLang="ja-JP" sz="5400" b="1" spc="75" dirty="0">
                <a:solidFill>
                  <a:srgbClr val="37628D"/>
                </a:solidFill>
                <a:latin typeface="Poppins Bold"/>
                <a:ea typeface="Poppins Bold"/>
                <a:cs typeface="Poppins Bold"/>
                <a:sym typeface="Poppins Bold"/>
              </a:rPr>
              <a:t>07</a:t>
            </a:r>
            <a:r>
              <a:rPr lang="ja-JP" altLang="en-US" sz="5400" b="1" spc="75" dirty="0">
                <a:solidFill>
                  <a:srgbClr val="37628D"/>
                </a:solidFill>
                <a:latin typeface="たづがね角ゴシック Info Bold"/>
                <a:ea typeface="たづがね角ゴシック Info Bold"/>
                <a:cs typeface="Poppins Bold"/>
                <a:sym typeface="たづがね角ゴシック Info Bold"/>
              </a:rPr>
              <a:t> オリジナル機能紹介</a:t>
            </a:r>
            <a:r>
              <a:rPr lang="en-US" altLang="ja-JP" sz="5400" b="1" spc="75" dirty="0">
                <a:solidFill>
                  <a:srgbClr val="37628D"/>
                </a:solidFill>
                <a:latin typeface="たづがね角ゴシック Info Bold"/>
                <a:ea typeface="たづがね角ゴシック Info Bold"/>
                <a:cs typeface="Poppins Bold"/>
                <a:sym typeface="たづがね角ゴシック Info Bold"/>
              </a:rPr>
              <a:t>(</a:t>
            </a:r>
            <a:r>
              <a:rPr lang="ja-JP" altLang="en-US" sz="5400" b="1" spc="75" dirty="0">
                <a:solidFill>
                  <a:srgbClr val="37628D"/>
                </a:solidFill>
                <a:latin typeface="たづがね角ゴシック Info Bold"/>
                <a:ea typeface="たづがね角ゴシック Info Bold"/>
                <a:cs typeface="Poppins Bold"/>
                <a:sym typeface="たづがね角ゴシック Info Bold"/>
              </a:rPr>
              <a:t>未実装</a:t>
            </a:r>
            <a:r>
              <a:rPr lang="en-US" altLang="ja-JP" sz="5400" b="1" spc="75" dirty="0">
                <a:solidFill>
                  <a:srgbClr val="37628D"/>
                </a:solidFill>
                <a:latin typeface="たづがね角ゴシック Info Bold"/>
                <a:ea typeface="たづがね角ゴシック Info Bold"/>
                <a:cs typeface="Poppins Bold"/>
                <a:sym typeface="たづがね角ゴシック Info Bold"/>
              </a:rPr>
              <a:t>)</a:t>
            </a:r>
            <a:endParaRPr lang="en-US" sz="5400" b="1" dirty="0">
              <a:solidFill>
                <a:srgbClr val="37628D"/>
              </a:solidFill>
              <a:latin typeface="たづがね角ゴシック Info Bold"/>
              <a:ea typeface="たづがね角ゴシック Info Bold"/>
              <a:cs typeface="たづがね角ゴシック Info Bold"/>
              <a:sym typeface="たづがね角ゴシック Info Bold"/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537A5ABD-36B6-D4A4-76ED-8674BECA9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518" y="2095500"/>
            <a:ext cx="13758990" cy="669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363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628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AC6AE4-7B1D-B4E1-A23C-C0820AFCB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A55C4B4-217B-7F1E-0422-30E17059FFCB}"/>
              </a:ext>
            </a:extLst>
          </p:cNvPr>
          <p:cNvGrpSpPr/>
          <p:nvPr/>
        </p:nvGrpSpPr>
        <p:grpSpPr>
          <a:xfrm>
            <a:off x="476250" y="476250"/>
            <a:ext cx="17335500" cy="9334500"/>
            <a:chOff x="0" y="0"/>
            <a:chExt cx="4565728" cy="245846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47F994C-5EB9-110B-DC0E-CE6025030D44}"/>
                </a:ext>
              </a:extLst>
            </p:cNvPr>
            <p:cNvSpPr/>
            <p:nvPr/>
          </p:nvSpPr>
          <p:spPr>
            <a:xfrm>
              <a:off x="0" y="0"/>
              <a:ext cx="4565728" cy="2458469"/>
            </a:xfrm>
            <a:custGeom>
              <a:avLst/>
              <a:gdLst/>
              <a:ahLst/>
              <a:cxnLst/>
              <a:rect l="l" t="t" r="r" b="b"/>
              <a:pathLst>
                <a:path w="4565728" h="2458469">
                  <a:moveTo>
                    <a:pt x="4466" y="0"/>
                  </a:moveTo>
                  <a:lnTo>
                    <a:pt x="4561262" y="0"/>
                  </a:lnTo>
                  <a:cubicBezTo>
                    <a:pt x="4562447" y="0"/>
                    <a:pt x="4563583" y="471"/>
                    <a:pt x="4564420" y="1308"/>
                  </a:cubicBezTo>
                  <a:cubicBezTo>
                    <a:pt x="4565258" y="2146"/>
                    <a:pt x="4565728" y="3281"/>
                    <a:pt x="4565728" y="4466"/>
                  </a:cubicBezTo>
                  <a:lnTo>
                    <a:pt x="4565728" y="2454003"/>
                  </a:lnTo>
                  <a:cubicBezTo>
                    <a:pt x="4565728" y="2455188"/>
                    <a:pt x="4565258" y="2456324"/>
                    <a:pt x="4564420" y="2457161"/>
                  </a:cubicBezTo>
                  <a:cubicBezTo>
                    <a:pt x="4563583" y="2457999"/>
                    <a:pt x="4562447" y="2458469"/>
                    <a:pt x="4561262" y="2458469"/>
                  </a:cubicBezTo>
                  <a:lnTo>
                    <a:pt x="4466" y="2458469"/>
                  </a:lnTo>
                  <a:cubicBezTo>
                    <a:pt x="3281" y="2458469"/>
                    <a:pt x="2146" y="2457999"/>
                    <a:pt x="1308" y="2457161"/>
                  </a:cubicBezTo>
                  <a:cubicBezTo>
                    <a:pt x="471" y="2456324"/>
                    <a:pt x="0" y="2455188"/>
                    <a:pt x="0" y="2454003"/>
                  </a:cubicBezTo>
                  <a:lnTo>
                    <a:pt x="0" y="4466"/>
                  </a:lnTo>
                  <a:cubicBezTo>
                    <a:pt x="0" y="3281"/>
                    <a:pt x="471" y="2146"/>
                    <a:pt x="1308" y="1308"/>
                  </a:cubicBezTo>
                  <a:cubicBezTo>
                    <a:pt x="2146" y="471"/>
                    <a:pt x="3281" y="0"/>
                    <a:pt x="4466" y="0"/>
                  </a:cubicBez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1921FA2-4095-A18C-66F4-A7B8AEBBFE25}"/>
                </a:ext>
              </a:extLst>
            </p:cNvPr>
            <p:cNvSpPr txBox="1"/>
            <p:nvPr/>
          </p:nvSpPr>
          <p:spPr>
            <a:xfrm>
              <a:off x="0" y="-38100"/>
              <a:ext cx="4565728" cy="2496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F3A17B37-ADE5-4BDA-1D16-1831CE70D283}"/>
              </a:ext>
            </a:extLst>
          </p:cNvPr>
          <p:cNvSpPr/>
          <p:nvPr/>
        </p:nvSpPr>
        <p:spPr>
          <a:xfrm flipV="1">
            <a:off x="952500" y="9320212"/>
            <a:ext cx="16383000" cy="0"/>
          </a:xfrm>
          <a:prstGeom prst="line">
            <a:avLst/>
          </a:prstGeom>
          <a:ln w="28575" cap="rnd">
            <a:solidFill>
              <a:srgbClr val="37628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54DBD90A-9301-D9BD-9B1A-262DEAF9A14F}"/>
              </a:ext>
            </a:extLst>
          </p:cNvPr>
          <p:cNvSpPr/>
          <p:nvPr/>
        </p:nvSpPr>
        <p:spPr>
          <a:xfrm flipV="1">
            <a:off x="952500" y="966787"/>
            <a:ext cx="16383000" cy="0"/>
          </a:xfrm>
          <a:prstGeom prst="line">
            <a:avLst/>
          </a:prstGeom>
          <a:ln w="28575" cap="rnd">
            <a:solidFill>
              <a:srgbClr val="37628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8841B94F-0608-77BF-BAAC-624975A236A5}"/>
              </a:ext>
            </a:extLst>
          </p:cNvPr>
          <p:cNvGrpSpPr/>
          <p:nvPr/>
        </p:nvGrpSpPr>
        <p:grpSpPr>
          <a:xfrm>
            <a:off x="952500" y="1358194"/>
            <a:ext cx="142875" cy="423862"/>
            <a:chOff x="0" y="0"/>
            <a:chExt cx="37630" cy="111635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7B207E7-CB5E-2590-758D-B5B759CB9B79}"/>
                </a:ext>
              </a:extLst>
            </p:cNvPr>
            <p:cNvSpPr/>
            <p:nvPr/>
          </p:nvSpPr>
          <p:spPr>
            <a:xfrm>
              <a:off x="0" y="0"/>
              <a:ext cx="37630" cy="111635"/>
            </a:xfrm>
            <a:custGeom>
              <a:avLst/>
              <a:gdLst/>
              <a:ahLst/>
              <a:cxnLst/>
              <a:rect l="l" t="t" r="r" b="b"/>
              <a:pathLst>
                <a:path w="37630" h="111635">
                  <a:moveTo>
                    <a:pt x="18815" y="0"/>
                  </a:moveTo>
                  <a:lnTo>
                    <a:pt x="18815" y="0"/>
                  </a:lnTo>
                  <a:cubicBezTo>
                    <a:pt x="23805" y="0"/>
                    <a:pt x="28590" y="1982"/>
                    <a:pt x="32119" y="5511"/>
                  </a:cubicBezTo>
                  <a:cubicBezTo>
                    <a:pt x="35647" y="9039"/>
                    <a:pt x="37630" y="13825"/>
                    <a:pt x="37630" y="18815"/>
                  </a:cubicBezTo>
                  <a:lnTo>
                    <a:pt x="37630" y="92820"/>
                  </a:lnTo>
                  <a:cubicBezTo>
                    <a:pt x="37630" y="97810"/>
                    <a:pt x="35647" y="102595"/>
                    <a:pt x="32119" y="106124"/>
                  </a:cubicBezTo>
                  <a:cubicBezTo>
                    <a:pt x="28590" y="109652"/>
                    <a:pt x="23805" y="111635"/>
                    <a:pt x="18815" y="111635"/>
                  </a:cubicBezTo>
                  <a:lnTo>
                    <a:pt x="18815" y="111635"/>
                  </a:lnTo>
                  <a:cubicBezTo>
                    <a:pt x="13825" y="111635"/>
                    <a:pt x="9039" y="109652"/>
                    <a:pt x="5511" y="106124"/>
                  </a:cubicBezTo>
                  <a:cubicBezTo>
                    <a:pt x="1982" y="102595"/>
                    <a:pt x="0" y="97810"/>
                    <a:pt x="0" y="92820"/>
                  </a:cubicBezTo>
                  <a:lnTo>
                    <a:pt x="0" y="18815"/>
                  </a:lnTo>
                  <a:cubicBezTo>
                    <a:pt x="0" y="13825"/>
                    <a:pt x="1982" y="9039"/>
                    <a:pt x="5511" y="5511"/>
                  </a:cubicBezTo>
                  <a:cubicBezTo>
                    <a:pt x="9039" y="1982"/>
                    <a:pt x="13825" y="0"/>
                    <a:pt x="18815" y="0"/>
                  </a:cubicBezTo>
                  <a:close/>
                </a:path>
              </a:pathLst>
            </a:custGeom>
            <a:solidFill>
              <a:srgbClr val="37628D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39112911-EEB4-490C-432E-0363970916E3}"/>
                </a:ext>
              </a:extLst>
            </p:cNvPr>
            <p:cNvSpPr txBox="1"/>
            <p:nvPr/>
          </p:nvSpPr>
          <p:spPr>
            <a:xfrm>
              <a:off x="0" y="-123825"/>
              <a:ext cx="37630" cy="235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00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60BFCF11-68ED-1AD4-F0EB-8B23C74AC6D6}"/>
              </a:ext>
            </a:extLst>
          </p:cNvPr>
          <p:cNvSpPr txBox="1"/>
          <p:nvPr/>
        </p:nvSpPr>
        <p:spPr>
          <a:xfrm>
            <a:off x="1260527" y="1428750"/>
            <a:ext cx="16074973" cy="564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20"/>
              </a:lnSpc>
              <a:spcBef>
                <a:spcPct val="0"/>
              </a:spcBef>
            </a:pPr>
            <a:r>
              <a:rPr lang="en-US" altLang="ja-JP" sz="5400" b="1" spc="75" dirty="0">
                <a:solidFill>
                  <a:srgbClr val="37628D"/>
                </a:solidFill>
                <a:latin typeface="Poppins Bold"/>
                <a:ea typeface="Poppins Bold"/>
                <a:cs typeface="Poppins Bold"/>
                <a:sym typeface="Poppins Bold"/>
              </a:rPr>
              <a:t>07</a:t>
            </a:r>
            <a:r>
              <a:rPr lang="ja-JP" altLang="en-US" sz="5400" b="1" spc="75" dirty="0">
                <a:solidFill>
                  <a:srgbClr val="37628D"/>
                </a:solidFill>
                <a:latin typeface="たづがね角ゴシック Info Bold"/>
                <a:ea typeface="たづがね角ゴシック Info Bold"/>
                <a:cs typeface="Poppins Bold"/>
                <a:sym typeface="たづがね角ゴシック Info Bold"/>
              </a:rPr>
              <a:t> オリジナル機能紹介</a:t>
            </a:r>
            <a:r>
              <a:rPr lang="en-US" altLang="ja-JP" sz="5400" b="1" spc="75" dirty="0">
                <a:solidFill>
                  <a:srgbClr val="37628D"/>
                </a:solidFill>
                <a:latin typeface="たづがね角ゴシック Info Bold"/>
                <a:ea typeface="たづがね角ゴシック Info Bold"/>
                <a:cs typeface="Poppins Bold"/>
                <a:sym typeface="たづがね角ゴシック Info Bold"/>
              </a:rPr>
              <a:t>(</a:t>
            </a:r>
            <a:r>
              <a:rPr lang="ja-JP" altLang="en-US" sz="5400" b="1" spc="75" dirty="0">
                <a:solidFill>
                  <a:srgbClr val="37628D"/>
                </a:solidFill>
                <a:latin typeface="たづがね角ゴシック Info Bold"/>
                <a:ea typeface="たづがね角ゴシック Info Bold"/>
                <a:cs typeface="Poppins Bold"/>
                <a:sym typeface="たづがね角ゴシック Info Bold"/>
              </a:rPr>
              <a:t>未実装</a:t>
            </a:r>
            <a:r>
              <a:rPr lang="en-US" altLang="ja-JP" sz="5400" b="1" spc="75" dirty="0">
                <a:solidFill>
                  <a:srgbClr val="37628D"/>
                </a:solidFill>
                <a:latin typeface="たづがね角ゴシック Info Bold"/>
                <a:ea typeface="たづがね角ゴシック Info Bold"/>
                <a:cs typeface="Poppins Bold"/>
                <a:sym typeface="たづがね角ゴシック Info Bold"/>
              </a:rPr>
              <a:t>)</a:t>
            </a:r>
            <a:endParaRPr lang="en-US" sz="5400" b="1" dirty="0">
              <a:solidFill>
                <a:srgbClr val="37628D"/>
              </a:solidFill>
              <a:latin typeface="たづがね角ゴシック Info Bold"/>
              <a:ea typeface="たづがね角ゴシック Info Bold"/>
              <a:cs typeface="たづがね角ゴシック Info Bold"/>
              <a:sym typeface="たづがね角ゴシック Info Bold"/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CED2EF00-8FA7-5493-9C77-3CD26F2AA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413" y="2138374"/>
            <a:ext cx="14173200" cy="6916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332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62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6250" y="476250"/>
            <a:ext cx="17335500" cy="9334500"/>
            <a:chOff x="0" y="0"/>
            <a:chExt cx="4565728" cy="24584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5728" cy="2458469"/>
            </a:xfrm>
            <a:custGeom>
              <a:avLst/>
              <a:gdLst/>
              <a:ahLst/>
              <a:cxnLst/>
              <a:rect l="l" t="t" r="r" b="b"/>
              <a:pathLst>
                <a:path w="4565728" h="2458469">
                  <a:moveTo>
                    <a:pt x="4466" y="0"/>
                  </a:moveTo>
                  <a:lnTo>
                    <a:pt x="4561262" y="0"/>
                  </a:lnTo>
                  <a:cubicBezTo>
                    <a:pt x="4562447" y="0"/>
                    <a:pt x="4563583" y="471"/>
                    <a:pt x="4564420" y="1308"/>
                  </a:cubicBezTo>
                  <a:cubicBezTo>
                    <a:pt x="4565258" y="2146"/>
                    <a:pt x="4565728" y="3281"/>
                    <a:pt x="4565728" y="4466"/>
                  </a:cubicBezTo>
                  <a:lnTo>
                    <a:pt x="4565728" y="2454003"/>
                  </a:lnTo>
                  <a:cubicBezTo>
                    <a:pt x="4565728" y="2455188"/>
                    <a:pt x="4565258" y="2456324"/>
                    <a:pt x="4564420" y="2457161"/>
                  </a:cubicBezTo>
                  <a:cubicBezTo>
                    <a:pt x="4563583" y="2457999"/>
                    <a:pt x="4562447" y="2458469"/>
                    <a:pt x="4561262" y="2458469"/>
                  </a:cubicBezTo>
                  <a:lnTo>
                    <a:pt x="4466" y="2458469"/>
                  </a:lnTo>
                  <a:cubicBezTo>
                    <a:pt x="3281" y="2458469"/>
                    <a:pt x="2146" y="2457999"/>
                    <a:pt x="1308" y="2457161"/>
                  </a:cubicBezTo>
                  <a:cubicBezTo>
                    <a:pt x="471" y="2456324"/>
                    <a:pt x="0" y="2455188"/>
                    <a:pt x="0" y="2454003"/>
                  </a:cubicBezTo>
                  <a:lnTo>
                    <a:pt x="0" y="4466"/>
                  </a:lnTo>
                  <a:cubicBezTo>
                    <a:pt x="0" y="3281"/>
                    <a:pt x="471" y="2146"/>
                    <a:pt x="1308" y="1308"/>
                  </a:cubicBezTo>
                  <a:cubicBezTo>
                    <a:pt x="2146" y="471"/>
                    <a:pt x="3281" y="0"/>
                    <a:pt x="4466" y="0"/>
                  </a:cubicBez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5728" cy="2496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952500" y="9320212"/>
            <a:ext cx="16383000" cy="0"/>
          </a:xfrm>
          <a:prstGeom prst="line">
            <a:avLst/>
          </a:prstGeom>
          <a:ln w="28575" cap="rnd">
            <a:solidFill>
              <a:srgbClr val="37628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AutoShape 6"/>
          <p:cNvSpPr/>
          <p:nvPr/>
        </p:nvSpPr>
        <p:spPr>
          <a:xfrm flipV="1">
            <a:off x="952500" y="966787"/>
            <a:ext cx="16383000" cy="0"/>
          </a:xfrm>
          <a:prstGeom prst="line">
            <a:avLst/>
          </a:prstGeom>
          <a:ln w="28575" cap="rnd">
            <a:solidFill>
              <a:srgbClr val="37628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Box 7"/>
          <p:cNvSpPr txBox="1"/>
          <p:nvPr/>
        </p:nvSpPr>
        <p:spPr>
          <a:xfrm>
            <a:off x="952500" y="3163778"/>
            <a:ext cx="16383000" cy="1939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200"/>
              </a:lnSpc>
              <a:spcBef>
                <a:spcPct val="0"/>
              </a:spcBef>
            </a:pPr>
            <a:r>
              <a:rPr lang="en-US" sz="8000" b="1">
                <a:solidFill>
                  <a:srgbClr val="37628D"/>
                </a:solidFill>
                <a:latin typeface="たづがね角ゴシック Info Heavy"/>
                <a:ea typeface="たづがね角ゴシック Info Heavy"/>
                <a:cs typeface="たづがね角ゴシック Info Heavy"/>
                <a:sym typeface="たづがね角ゴシック Info Heavy"/>
              </a:rPr>
              <a:t>ご清聴ありがとうございました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2500" y="5389037"/>
            <a:ext cx="16383000" cy="1010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37628D"/>
                </a:solidFill>
                <a:latin typeface="Poppins"/>
                <a:ea typeface="Poppins"/>
                <a:cs typeface="Poppins"/>
                <a:sym typeface="Poppins"/>
              </a:rPr>
              <a:t>Thank You 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216</Words>
  <Application>Microsoft Office PowerPoint</Application>
  <PresentationFormat>ユーザー設定</PresentationFormat>
  <Paragraphs>40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6" baseType="lpstr">
      <vt:lpstr>たづがね角ゴシック Info Heavy</vt:lpstr>
      <vt:lpstr>Poppins Bold</vt:lpstr>
      <vt:lpstr>たづがね角ゴシック Info Bold</vt:lpstr>
      <vt:lpstr>Arial</vt:lpstr>
      <vt:lpstr>Poppins</vt:lpstr>
      <vt:lpstr>Calibri</vt:lpstr>
      <vt:lpstr>たづがね角ゴシック Info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青 白 シンプル 業務報告  プレゼンテーション</dc:title>
  <dc:creator>BM24051</dc:creator>
  <cp:lastModifiedBy>高橋 朋也</cp:lastModifiedBy>
  <cp:revision>3</cp:revision>
  <dcterms:created xsi:type="dcterms:W3CDTF">2006-08-16T00:00:00Z</dcterms:created>
  <dcterms:modified xsi:type="dcterms:W3CDTF">2026-08-28T03:05:13Z</dcterms:modified>
  <dc:identifier>DAHTWxDnJVk</dc:identifier>
</cp:coreProperties>
</file>